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3694" y="1443186"/>
            <a:ext cx="489661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酸碱理论（深化版）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966881" y="2401937"/>
            <a:ext cx="52100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2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Arrhenius → Brønsted → Lewis → HSAB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67165" y="3284488"/>
            <a:ext cx="22096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提高班 | 120 min | 化学原理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核心结论（先记住这三句话）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34951"/>
            <a:ext cx="8382000" cy="609451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19100" y="1034951"/>
            <a:ext cx="0" cy="609451"/>
          </a:xfrm>
          <a:prstGeom prst="line">
            <a:avLst/>
          </a:prstGeom>
          <a:noFill/>
          <a:ln w="7620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700" y="1187351"/>
            <a:ext cx="8083296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酸和碱没有绝对定义，只有适用场景。三种理论是</a:t>
            </a:r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递进扩容</a:t>
            </a:r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关系，不是互相推翻。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834902"/>
            <a:ext cx="8382000" cy="609451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9100" y="1834902"/>
            <a:ext cx="0" cy="609451"/>
          </a:xfrm>
          <a:prstGeom prst="line">
            <a:avLst/>
          </a:prstGeom>
          <a:noFill/>
          <a:ln w="762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700" y="1987302"/>
            <a:ext cx="8083296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"硬亲硬、软亲软"的本质是</a:t>
            </a:r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键型匹配</a:t>
            </a:r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：硬-硬→离子键；软-软→共价键。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2634853"/>
            <a:ext cx="8382000" cy="609451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19100" y="2634853"/>
            <a:ext cx="0" cy="609451"/>
          </a:xfrm>
          <a:prstGeom prst="line">
            <a:avLst/>
          </a:prstGeom>
          <a:noFill/>
          <a:ln w="7620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2787253"/>
            <a:ext cx="8083296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计算前先判据：c/Ka ≥ 400 才可用简化公式，否则可能得出 [H⁺] &gt; c 的荒谬结果。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理论演进脉络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28675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Arrhenius（1887）：酸 = 电离出 H⁺，碱 = 电离出 OH⁻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143000"/>
            <a:ext cx="842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局限：无法解释 NH₃ 的碱性、非水体系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142875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Brønsted（1923）：酸 = 质子给体，碱 = 质子受体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704975"/>
            <a:ext cx="8420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局限：无法解释 BF₃ + NH₃（无质子转移）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199072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Lewis（1923）：酸 = 电子对受体，碱 = 电子对给体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266950"/>
            <a:ext cx="84201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局限：过于宽泛，缺乏定量标度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253365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HSAB（1963）：在 Lewis 基础上按极化难易分类酸碱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2835176"/>
            <a:ext cx="8382000" cy="650677"/>
          </a:xfrm>
          <a:prstGeom prst="roundRect">
            <a:avLst>
              <a:gd name="adj" fmla="val 7807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3050977"/>
            <a:ext cx="82906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关系：Arrhenius ⊂ Brønsted ⊂ Lewis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4114800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概念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定义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典型实例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拉平效应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溶剂将不同强度的酸/碱拉到同一水平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水中 HCl、HBr、HNO₃、HClO₄ 都表现为 H₃O⁺ 的酸性（pKa ≈ −1.7）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区分效应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溶剂能区分不同酸/碱的强度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冰醋酸中：HClO₄ &gt; HBr &gt; H₂SO₄ &gt; HCl &gt; HNO₃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拉平效应 vs 区分效应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边界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H⁺, Li⁺, Na⁺, Mg²⁺, Al³⁺, Fe³⁺, BF₃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Fe²⁺, Co²⁺, Ni²⁺, Cu²⁺, Zn²⁺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Cu⁺, Ag⁺, Au⁺, Hg²⁺, Pt²⁺, BH₃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F⁻, OH⁻, H₂O, NH₃, CO₃²⁻, NO₃⁻, O²⁻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Br⁻, NO₂⁻, SO₃²⁻, pyridine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I⁻, S²⁻, CN⁻, CO, R₂S, PR₃, C₂H₄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软硬酸碱（HSAB）分类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HSAB 核心规则与物理起源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34951"/>
            <a:ext cx="8382000" cy="1311176"/>
          </a:xfrm>
          <a:prstGeom prst="roundRect">
            <a:avLst>
              <a:gd name="adj" fmla="val 7749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6159" y="1504801"/>
            <a:ext cx="80316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硬亲硬，软亲软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1000" y="2600027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硬-硬匹配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3079403"/>
            <a:ext cx="842015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电荷密度高 → 静电作用主导 → 离子键倾向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1000" y="3501628"/>
            <a:ext cx="854964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C3F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软-软匹配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3981004"/>
            <a:ext cx="842015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易极化 → 轨道重叠大 → 共价键倾向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1000" y="4390579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注意：硬软与强弱无关！H⁺ 是极硬的酸，但也是极强的酸。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简化公式的边界判据（最关键）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34951"/>
            <a:ext cx="8382000" cy="733425"/>
          </a:xfrm>
          <a:prstGeom prst="roundRect">
            <a:avLst>
              <a:gd name="adj" fmla="val 1385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1490" y="1225451"/>
            <a:ext cx="81610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[H₃O⁺] = √(Ka · c) </a:t>
            </a:r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仅在</a:t>
            </a:r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c/Ka ≥ 400 时成立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1958876"/>
            <a:ext cx="8382000" cy="131445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19100" y="1958876"/>
            <a:ext cx="0" cy="1314450"/>
          </a:xfrm>
          <a:prstGeom prst="line">
            <a:avLst/>
          </a:prstGeom>
          <a:noFill/>
          <a:ln w="762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700" y="2111276"/>
            <a:ext cx="8083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反例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：0.010 mol/L 二氯代乙酸（Ka = 4.5×10⁻²）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7700" y="2368451"/>
            <a:ext cx="80832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c/Ka = 0.22 ≪ 400 ❌ 不可用简化公式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700" y="2606576"/>
            <a:ext cx="8083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若错误使用：[H⁺] = 2.1×10⁻² &gt; 0.010（荒谬！）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7700" y="2863751"/>
            <a:ext cx="8083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精确解：[H⁺] = 8.4×10⁻³，α = 84%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000" y="3463826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判据来源：α ≤ 5% 时，c/Ka = (1-α)/α² ≈ 400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缓冲溶液与 Henderson-Hasselbalch 方程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34951"/>
            <a:ext cx="8382000" cy="733425"/>
          </a:xfrm>
          <a:prstGeom prst="roundRect">
            <a:avLst>
              <a:gd name="adj" fmla="val 1385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1490" y="1225451"/>
            <a:ext cx="81610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 = pKa + lg([A⁻]/[HA])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1958876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缓冲作用机制：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2177951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外加 H⁺ → 被共轭碱 A⁻ 消耗 → A⁻ + H⁺ → HA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1000" y="2435126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外加 OH⁻ → 被弱酸 HA 消耗 → HA + OH⁻ → A⁻ + H₂O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1000" y="2692301"/>
            <a:ext cx="85496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稀释 → 比值不变 → pH 不变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1000" y="3063776"/>
            <a:ext cx="8382000" cy="758726"/>
          </a:xfrm>
          <a:prstGeom prst="roundRect">
            <a:avLst>
              <a:gd name="adj" fmla="val 669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500" y="3190726"/>
            <a:ext cx="81610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有效缓冲范围：pH = pKa ±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" y="3428851"/>
            <a:ext cx="8161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缓冲容量最大条件：[A⁻] = [HA]（即 pH = pKa）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24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例题 1：拉平效应与区分效应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184077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 概念深化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599902"/>
            <a:ext cx="8382000" cy="799802"/>
          </a:xfrm>
          <a:prstGeom prst="roundRect">
            <a:avLst>
              <a:gd name="adj" fmla="val 635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752302"/>
            <a:ext cx="8238744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在液氨溶剂中，HAc 是强酸；在水中，HAc 是弱酸。解释这一现象，并说明这是拉平效应还是区分效应的体现。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2552105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提示：液氨的碱性比水强 → NH₃ 接受质子能力更强 → HAc 在液氨中几乎完全电离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942630"/>
            <a:ext cx="8382000" cy="768251"/>
          </a:xfrm>
          <a:prstGeom prst="roundRect">
            <a:avLst>
              <a:gd name="adj" fmla="val 661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3069580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</a:t>
            </a:r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：液氨将 HAc "拉平"到 NH₄⁺ 的酸性水平 → </a:t>
            </a:r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拉平效应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" y="3326755"/>
            <a:ext cx="8161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对比：水对 HAc 具有</a:t>
            </a:r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区分效应</a:t>
            </a:r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（HAc 只部分电离，Ka = 1.8×10⁻⁵）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24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例题 2：HSAB 预测配合物稳定性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184077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 综合应用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599902"/>
            <a:ext cx="8382000" cy="552301"/>
          </a:xfrm>
          <a:prstGeom prst="roundRect">
            <a:avLst>
              <a:gd name="adj" fmla="val 919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752302"/>
            <a:ext cx="823874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解释为什么 [Ag(CN)₂]⁻ 的稳定常数远大于 [Ag(NH₃)₂]⁺？为什么 FeF₃ 比 FeI₃ 更稳定？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2304604"/>
            <a:ext cx="8382000" cy="1229023"/>
          </a:xfrm>
          <a:prstGeom prst="roundRect">
            <a:avLst>
              <a:gd name="adj" fmla="val 4133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431554"/>
            <a:ext cx="816102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[Ag(CN)₂]⁻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：Ag⁺（软酸）+ CN⁻（软碱）→ 软-软匹配 → 共价键成分大 → 稳定性高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2675334"/>
            <a:ext cx="816102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[Ag(NH₃)₂]⁺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：Ag⁺（软酸）+ NH₃（硬碱）→ 软-硬不匹配 → 稳定性较低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2919115"/>
            <a:ext cx="816102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FeF₃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：Fe³⁺（硬酸）+ F⁻（硬碱）→ 硬-硬匹配 → 离子键 → 晶格能大 → 稳定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" y="3162895"/>
            <a:ext cx="816102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FeI₃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：Fe³⁺（硬酸）+ I⁻（软碱）→ 硬-软不匹配 → 极不稳定，自发分解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914400"/>
                <a:gridCol w="41148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步骤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计算内容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结果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缓冲溶液 pH（H-H 方程）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 = 4.76 + lg(1) = 4.76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加入 NaOH 后新 pH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 = 4.85（变化仅 +0.09）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(3)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HCl 溶液加入等量 NaOH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 = 11.99（变化 +7.23）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24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例题 3：缓冲溶液综合计算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184077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 综合推断 + 定量计算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错误想法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正确理解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强酸的共轭碱也强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HCl 是强酸，Cl⁻ 是极弱碱（Ka·Kb = Kw）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硬 = 强，软 = 弱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硬软是极化难易，与酸碱强度无关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简化公式总是对的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先判 c/Ka ≥ 400，否则解二次方程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 = 7 就是中性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100°C 时中性 pH ≈ 6.13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81050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易错点预警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2996" y="566886"/>
            <a:ext cx="165785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1481" y="1684437"/>
            <a:ext cx="690088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三大理论是</a:t>
            </a:r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递进扩容</a:t>
            </a:r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，不是互相推翻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21481" y="2163812"/>
            <a:ext cx="690088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看到"质子转移"用 Brønsted，看到"配位键"用 Lewis，看到"稳定性"用 HSAB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1481" y="2643188"/>
            <a:ext cx="690088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计算前先判 </a:t>
            </a:r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c/Ka ≥ 400</a:t>
            </a:r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，拒绝盲目套公式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1481" y="3122563"/>
            <a:ext cx="690088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缓冲溶液的有效范围 = </a:t>
            </a:r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pKa ±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02913" y="3970139"/>
            <a:ext cx="25381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下节课：配位化学与配合物结构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酸碱理论（深化版）</dc:title>
  <dc:subject>PptxGenJS Presentation</dc:subject>
  <dc:creator>Claudian</dc:creator>
  <cp:lastModifiedBy>Claudian</cp:lastModifiedBy>
  <cp:revision>1</cp:revision>
  <dcterms:created xsi:type="dcterms:W3CDTF">2026-05-25T15:46:57Z</dcterms:created>
  <dcterms:modified xsi:type="dcterms:W3CDTF">2026-05-25T15:46:57Z</dcterms:modified>
</cp:coreProperties>
</file>