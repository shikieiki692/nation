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825901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127945"/>
            <a:ext cx="388620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化学计量与气体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280600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第一轮 · 基础班 · 第1课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25901" y="0"/>
            <a:ext cx="4318099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61820" y="2066925"/>
            <a:ext cx="1067187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⚗️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0"/>
            <a:ext cx="9042499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3501" y="2004120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3501" y="2315170"/>
            <a:ext cx="766886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有效数字与计算规范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3501" y="2929830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 – 22 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竞赛视角的有效数字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994023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初赛评分标准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：有效数字错误每题扣 0.5 – 1 分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一道10分大题3个小问都错 = 丢 2–3 分，直接影响省一名次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结论：有效数字不是「细枝末节」，是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得分底线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有效数字确定规则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2064246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非零数字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：都是有效数字（如 25.3 → 3位）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中间零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：是有效数字（如 1002 → 4位）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末尾零（小数点后）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：是有效数字（如 25.30 → 4位）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前导零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：不是有效数字（如 0.0025 → 2位）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1300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必须用科学记数法：1.30×10³ 才是 3 位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 特殊规则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：pH = 4.62 → 2 位有效数字（小数点后位数 = 有效位数）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运算规则（核心）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70750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加减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：以小数点后位数最少的数据为准 → 看小数点后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乘除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：以有效数字位数最少的数据为准 → 看总有效位数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对数/指数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：尾数位数 = 真数的有效位数 → pH=4.62 是 2 位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例题①：25.37 + 1.2 + 0.056 = 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26.7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（以 1.2 的 1 位小数为准）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例题②：25.37 × 1.2 × 0.056 = 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1.7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（以 1.2 的 2 位有效数字为准）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2920157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100"/>
              </a:spcAft>
              <a:buNone/>
            </a:pPr>
            <a:r>
              <a:rPr lang="en-US" sz="1100" i="1" dirty="0">
                <a:solidFill>
                  <a:srgbClr val="7F8C8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口诀：加减对齐小数点，乘除数够有效位；对数只看小数后，pH两位别忘褪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竞赛常见扣分场景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35076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中间计算过早取位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累计舍入误差（正确：中间多保留 1 位）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计算器显示值直接抄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全部数字当有效数字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稀释定容混淆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：「加入 1.00 dm³ 水」≠「定容至 1.00 dm³」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单位换算错误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：kPa/MPa、dm³/cm³ 不统一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0"/>
            <a:ext cx="9042499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3501" y="2004120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3501" y="2315170"/>
            <a:ext cx="766886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理想气体状态方程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3501" y="2929830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 – 45 min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理想气体状态方程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70750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核心公式：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pV = nRT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密度形式（竞赛更常用）：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= ρRT / p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导出：由 n = m/M 代入得 pV = (m/M)RT → M = mRT/(pV) = ρRT/p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由 Boyle 定律 + Charles-Gay-Lussac 定律统一而来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对于一定量气体：pV/T = nR = 恒量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值与单位匹配（必须记住）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2064246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= 8.31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kPa·dm³·mol⁻¹·K⁻¹（p 用 kPa，V 用 dm³）⭐ 最常用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= 0.0821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atm·dm³·mol⁻¹·K⁻¹（p 用 atm）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= 62.4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mmHg·dm³·mol⁻¹·K⁻¹（p 用 mmHg）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= 8.31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J·mol⁻¹·K⁻¹（热力学计算）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⚠️ 易错：用 kPa 配 R = 0.0821 → 结果差约 100 倍！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⚠️ 温度必须用热力学温度：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 = t + 273.15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标准状况 vs 非标准状况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35076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STP（标准状况）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：0°C，101.325 kPa，Vm = 22.414 dm³/mol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非标准状况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：必须用 pV = nRT，不可直接用 22.4！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口诀：「不是 0°C 和 1 atm，老老实实 pV=nRT」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例题：80°C、15.6 kPa 时某气体 ρ = 0.899 g/dm³ → M ≈ 169 g/mol（XeF₂）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课堂练习：氧气钢瓶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70750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题目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：氧气钢瓶体积 50 dm³，室温 20°C，压力 15 MPa。求瓶中氧气质量。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解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：n = pV/RT = 15000 × 50 / (8.31 × 293) ≈ 308 mol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答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：m = 308 × 32 ≈ 9.9 kg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关键：p = 15 MPa = 15000 kPa，T = 20 + 273.15 = 293 K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验证：钢瓶充装标准约为 0.15 kg/L → 50L 约 7.5 kg（实际可达更高压）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0"/>
            <a:ext cx="9042499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3501" y="2004120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3501" y="2315170"/>
            <a:ext cx="766886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Dalton 分压定律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3501" y="2929830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 – 67 min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Dalton 分压定律核心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35076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p总 = Σ pi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（各组分分压之和）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 = p总 × xi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（xi = ni / n总 为摩尔分数）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微观解释：各组分分子独立碰撞器壁，压力可直接叠加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前提：各组分间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不起化学反应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两种条件，两种公式（重点区分！）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35076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恒温恒容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（两个储气罐连通）：pi = niRT/V总 = p总 × xi → 求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分压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恒温恒压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（混合气体在开放体系）：Vi = niRT/p总 = V总 × xi → 求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分体积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⚠️ 关键区分：问的是「分压」还是「分体积」？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⚠️ 关键区分：条件是「恒容」还是「恒压」？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排水集气法校正（高频考点）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35076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p干燥气体 = p总 − p(H₂O)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例题：20°C、100.0 kPa 下排水集气收集 28.4 cm³，p(H₂O) = 2.34 kPa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V干 = 28.4 × (100.0 − 2.34) / 100.0 = 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27.7 cm³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⚠️ 忘记扣水蒸气压是第一大丢分原因！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不同初压气体混合（易错！）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70750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题目：6 dm³ / 9 MPa 的 O₂ 与 12 dm³ / 3 MPa 的 N₂ 连通（温度不变）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⚠️ 总压 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不是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9 + 3 = 12 MPa！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p(O₂) = 9 × 6/18 = 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MPa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p(N₂) = 3 × 12/18 = 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MPa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p总 = 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MPa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（先等温膨胀到总体积 18 dm³，再算分压）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0"/>
            <a:ext cx="9042499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3501" y="2004120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3501" y="2315170"/>
            <a:ext cx="766886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溶液浓度换算 + 化学计量五步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3501" y="2929830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67 – 92 min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四种浓度表示法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35076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质量分数 w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：无量纲，无温度依赖 → 商品试剂标签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摩尔分数 x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：无量纲，无温度依赖 → Raoult 定律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质量摩尔浓度 b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：mol/kg，无温度依赖 → 依数性计算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物质的量浓度 c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：mol/dm³，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有温度依赖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实验室常规操作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核心换算公式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35076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质量分数 → 物质的量浓度：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 = 1000ρw / M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例题：浓硫酸 ρ = 1.84 g/cm³，w = 98% → c = 18.4 mol/dm³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稀释公式：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c₁V₁ = c₂V₂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⚠️ 配制 1.00 mol/dm³ NaCl 是「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定容至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」1.00 dm³，不是「加入」1.00 dm³ 水！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化学计量通用五步流程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70750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：写出配平的化学方程式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：将已知量转换为物质的量 n（n = m/M，cV，V/Vm，pV/RT）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：根据化学计量比确定待求物的 n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：将 n 转换回题目要求的物理量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5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：检验有效数字和单位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限量试剂与产率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70750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限量试剂判别：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R限量 = min{ni / νi}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（各反应物 n 除以计量系数）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产率：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η = 实际产量 / 理论产量 × 100%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⚠️ 限量试剂不一定是质量最小的！需综合判断。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例题：5.00g Fe + 3.00g S → FeS，实际 6.50g → η = 82.6%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n(Fe) = 0.0895，n(S) = 0.0935 → Fe 为限量试剂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0"/>
            <a:ext cx="9042499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3501" y="2004120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3501" y="2315170"/>
            <a:ext cx="766886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真题实战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3501" y="2929830"/>
            <a:ext cx="7668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92 – 112 min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34届1-2 真题：铝镁合金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994023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题目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：铝镁合金样品 2.56 g，溶于足量 HCl，产生 2.80 L H₂（STP）。确定合金组成。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学生独立做题 12 min → 教师讲评 8 min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提示：写出两个方程式，设未知数列方程求解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解题关键步骤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35076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① 方程式：Mg + 2H⁺ → Mg²⁺ + H₂；Al + 3H⁺ → Al³⁺ + 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1.5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H₂ ⚠️ Al 不是 1:1！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② n(H₂) = 2.80 / 22.4 = 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0.125 mol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③ 设 Al 质量分数为 x，列方程：2.56 [1.5x/27.0 + (1−x)/24.3] = 0.125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④ 解得：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52.7%，Mg 47.3%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（物质的量比恰好 1:1）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核心 Takeaway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135076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有效数字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：加减看小数位，乘除看总位数，对数看小数后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理想气体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：单位匹配（kPa 配 8.31），温度用 K，非 STP 不用 22.4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分压定律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：恒容/恒压条件别混，排水集气扣水蒸气压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化学计量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：五步流程，限量试剂判定时除以计量系数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68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课后作业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4451"/>
            <a:ext cx="762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7874198" cy="917823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必做（4道）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：① 34届1-2用物质的量比法重验证 ② 有效数字题组（加减/乘除/对数各1） ③ 气体计算（标准+非标准各1） ④ 浓度换算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选做（3道）</a:t>
            </a:r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：① 燃烧分析求分子式 ② 推导 M̄ = ΣxiMi ③ 预习1-20号元素电子排布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1570286"/>
            <a:ext cx="186537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下节预告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64050" y="2601962"/>
            <a:ext cx="1015901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64468" y="2893963"/>
            <a:ext cx="28149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专题 2 · 原子结构与元素周期律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344116" y="3233589"/>
            <a:ext cx="44556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衔接点：从原子结构解释 Al 为什么失去 3 个电子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化学计量与气体 · 课件</dc:title>
  <dc:subject>PptxGenJS Presentation</dc:subject>
  <dc:creator>化学竞赛备课组</dc:creator>
  <cp:lastModifiedBy>化学竞赛备课组</cp:lastModifiedBy>
  <cp:revision>1</cp:revision>
  <dcterms:created xsi:type="dcterms:W3CDTF">2026-06-08T13:30:30Z</dcterms:created>
  <dcterms:modified xsi:type="dcterms:W3CDTF">2026-06-08T13:30:30Z</dcterms:modified>
</cp:coreProperties>
</file>