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原子结构基础（基础班）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97180" y="1577876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模型演进 → 轨道图景 → 电子排布 → 周期律解释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97180" y="2101751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第一轮基础班投影骨架版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为什么旧的“电子层”语言不够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69925"/>
            <a:ext cx="8382000" cy="109701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电子不会像行星那样沿固定轨道绕核转动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氢原子线状光谱说明能量是离散的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必须升级到“能层 + 能级 + 轨道 + 排布”的语言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模型演进最小时间线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57275"/>
            <a:ext cx="8382000" cy="1714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Dalton：实心球模型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Thomson：葡萄干布丁模型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Rutherford：核式模型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Bohr：量子化轨道（过渡模型）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量子图像：轨道是概率分布，不是轨迹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量子数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最小口径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课堂作用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决定能层大小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先看电子所在主层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决定亚层类型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区分 s / p / d / f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m_l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区分同一亚层中的轨道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只做轨道标签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m_s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区分电子自旋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为 Pauli / Hund 服务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量子数最小框架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66775"/>
            <a:ext cx="8382000" cy="355595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轨道图景与能级图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57275"/>
            <a:ext cx="8382000" cy="1028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/ p / d 轨道形状用于建立“概率分布”直觉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Pauling 近似能级图用于解释排布顺序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课堂只抓：4s 与 3d 的相对顺序会影响排布与失电子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规则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它管什么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课堂口令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Aufbau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先填低能轨道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先找最低能级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Pauli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每个轨道最多两电子且自旋相反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一个房间最多住两人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Hund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简并轨道先单占后成对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先分开坐，再考虑配对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三条排布规则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66775"/>
            <a:ext cx="8382000" cy="355595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排布例题：中性原子与离子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57275"/>
            <a:ext cx="8382000" cy="100012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中性原子：Na、Cl、Fe</a:t>
            </a:r>
            <a:endParaRPr lang="en-US" sz="1500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离子：Fe²⁺、Fe³⁺、Cu⁺</a:t>
            </a:r>
            <a:endParaRPr lang="en-US" sz="1500" dirty="0"/>
          </a:p>
          <a:p>
            <a:pPr algn="l" marL="190500" indent="-190500">
              <a:lnSpc>
                <a:spcPts val="2625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投影只放题干，详细推理交给板书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 / Cu 特例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57275"/>
            <a:ext cx="8382000" cy="1028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Cr：4s¹3d⁵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Cu：4s¹3d¹⁰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课堂只要求会认、会写、会解释“半满 / 全满稳定”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性质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总体趋势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统一解释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原子半径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同周期减小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有效核电荷增强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电离能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总体增大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电子受核吸引增强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电负性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总体增大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得电子能力增强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周期律趋势统一框架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866775"/>
            <a:ext cx="8382000" cy="355595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反常点：为什么 Mg &gt; Al，N &gt; 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57275"/>
            <a:ext cx="8382000" cy="1028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 &gt; Al：从 3s² 到 3p¹，失电子更容易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&gt; O：2p³ 半满稳定，2p⁴ 出现成对电子排斥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统一回到“更稳定 / 更难失电子”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元素推断综合题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57275"/>
            <a:ext cx="8382000" cy="1028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先看电子排布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再看电离能突变位置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最后判周期、族属与未成对电子数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76275"/>
          </a:xfrm>
          <a:prstGeom prst="rect">
            <a:avLst/>
          </a:prstGeom>
          <a:solidFill>
            <a:srgbClr val="1C3F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854964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本节收束：判断顺序卡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057275"/>
            <a:ext cx="8382000" cy="10287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先确认轨道 / 能级语言，而不是只停在电子层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再用排布三原则写中性原子与离子</a:t>
            </a:r>
            <a:endParaRPr lang="en-US" sz="1500" dirty="0"/>
          </a:p>
          <a:p>
            <a:pPr algn="l" marL="190500" indent="-1905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最后把周期律和反常点都压回电子排布解释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原子结构基础（基础班）</dc:title>
  <dc:subject>PptxGenJS Presentation</dc:subject>
  <dc:creator>Claudian</dc:creator>
  <cp:lastModifiedBy>Claudian</cp:lastModifiedBy>
  <cp:revision>1</cp:revision>
  <dcterms:created xsi:type="dcterms:W3CDTF">2026-06-19T13:37:28Z</dcterms:created>
  <dcterms:modified xsi:type="dcterms:W3CDTF">2026-06-19T13:37:28Z</dcterms:modified>
</cp:coreProperties>
</file>