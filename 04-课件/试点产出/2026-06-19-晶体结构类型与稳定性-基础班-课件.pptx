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晶体结构类型与稳定性（基础班）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97180" y="1577876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堆积 → 填隙 → 配位数 → 稳定性 → 物性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7180" y="210175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第一轮样板专题投影骨架版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结构题统一四问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69925"/>
            <a:ext cx="8382000" cy="146268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哪一类粒子先构成骨架？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另一类粒子填了什么空隙？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配位数怎样决定？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为什么这种结构更稳定？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堆积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配位数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空间利用率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课堂抓手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低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最简单模型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bcc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约 68%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不是最密堆积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ccp/fcc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约 74%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ABC 堆积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hcp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约 74%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AB 堆积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四种堆积的最小比较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382000" cy="355595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必须投影图 1：ccp / hcp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只抓堆积顺序、配位数、空隙类型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不展开更深晶体学术语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板书只补“为什么都叫最密堆积”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结构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骨架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填隙方式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配位数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NaCl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阴离子 fcc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八面体全填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6:6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CsCl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两套简单立方互穿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立方体中心位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8:8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阴离子 fcc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四面体半填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4:4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NaCl / CsCl / ZnS 对照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382000" cy="355595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必须投影图 2：NaCl / CsCl / ZnS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同为离子晶体，但填隙方式不同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课堂统一口令：先看骨架，不先背名字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板书完整跑“骨架 + 填隙 + 配位数”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按钮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回答什么问题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课堂说法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半径比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能形成几配位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能不能坐进去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Pauling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静电账是否算得过来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为什么这样更稳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离子极化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为什么会偏离理想模型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是不是已经开始带共价性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稳定性三按钮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382000" cy="355595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32688"/>
          <a:ext cx="8321040" cy="914400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  <a:gridCol w="2080260"/>
                <a:gridCol w="20802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类型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结构单元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主要作用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典型物性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离子晶体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离子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离子键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高熔点、硬脆、熔融导电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分子晶体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分子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分子间力/氢键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低熔点、较软、不导电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原子晶体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原子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共价网络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高熔点、高硬度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金属晶体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金属原子骨架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金属键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导电导热、延展性好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四类晶体与物性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382000" cy="355595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必须投影图 3：冰 / 金刚石 / 石墨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冰：开放氢键网络，密度反常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金刚石：三维共价网络，极硬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石墨：层内强、层间弱，可导电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综合题讲评固定口令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先看骨架，不先猜结构名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先看填隙，不先背模板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先解释为什么稳，再解释为什么有这个性质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本节收束：结构题四问 / 物性题三步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549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结构题四问：骨架是谁？填了什么空隙？配位数怎么来？稳定性按钮是谁？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1590675"/>
            <a:ext cx="8549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物性题三步：结构单元是什么？主要作用力是什么？为什么会有这个性质？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晶体结构类型与稳定性（基础班）</dc:title>
  <dc:subject>PptxGenJS Presentation</dc:subject>
  <dc:creator>Claudian</dc:creator>
  <cp:lastModifiedBy>Claudian</cp:lastModifiedBy>
  <cp:revision>1</cp:revision>
  <dcterms:created xsi:type="dcterms:W3CDTF">2026-06-19T13:37:32Z</dcterms:created>
  <dcterms:modified xsi:type="dcterms:W3CDTF">2026-06-19T13:37:32Z</dcterms:modified>
</cp:coreProperties>
</file>