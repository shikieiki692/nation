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962" r:id="rId2"/>
    <p:sldMasterId id="2147484039" r:id="rId3"/>
  </p:sldMasterIdLst>
  <p:notesMasterIdLst>
    <p:notesMasterId r:id="rId4"/>
  </p:notesMasterIdLst>
  <p:handoutMasterIdLst>
    <p:handoutMasterId r:id="rId5"/>
  </p:handoutMasterIdLst>
  <p:sldIdLst>
    <p:sldId id="2402" r:id="rId6"/>
    <p:sldId id="2405" r:id="rId7"/>
    <p:sldId id="329" r:id="rId8"/>
    <p:sldId id="2459" r:id="rId9"/>
    <p:sldId id="2461" r:id="rId10"/>
    <p:sldId id="2460" r:id="rId11"/>
    <p:sldId id="289" r:id="rId12"/>
    <p:sldId id="2463" r:id="rId13"/>
    <p:sldId id="2470" r:id="rId14"/>
    <p:sldId id="2462" r:id="rId15"/>
    <p:sldId id="288" r:id="rId16"/>
    <p:sldId id="291" r:id="rId17"/>
    <p:sldId id="2466" r:id="rId18"/>
    <p:sldId id="2469" r:id="rId19"/>
    <p:sldId id="294" r:id="rId20"/>
    <p:sldId id="1257" r:id="rId21"/>
    <p:sldId id="2468" r:id="rId22"/>
    <p:sldId id="2467" r:id="rId23"/>
    <p:sldId id="302" r:id="rId24"/>
    <p:sldId id="2273" r:id="rId25"/>
    <p:sldId id="310" r:id="rId26"/>
    <p:sldId id="318" r:id="rId27"/>
    <p:sldId id="312" r:id="rId28"/>
    <p:sldId id="314" r:id="rId29"/>
    <p:sldId id="328" r:id="rId30"/>
    <p:sldId id="2472" r:id="rId31"/>
    <p:sldId id="2449" r:id="rId32"/>
    <p:sldId id="2471" r:id="rId33"/>
    <p:sldId id="2473" r:id="rId34"/>
    <p:sldId id="2458" r:id="rId35"/>
  </p:sldIdLst>
  <p:sldSz cx="9144000" cy="5143500" type="screen16x9"/>
  <p:notesSz cx="6858000" cy="9144000"/>
  <p:custDataLst>
    <p:tags r:id="rId36"/>
  </p:custDataLst>
  <p:defaultTextStyle>
    <a:defPPr>
      <a:defRPr lang="zh-CN">
        <a:ea typeface="微软雅黑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6265A9-A2FF-4111-989E-23066E791264}">
          <p14:sldIdLst>
            <p14:sldId id="2402"/>
            <p14:sldId id="2405"/>
            <p14:sldId id="329"/>
            <p14:sldId id="2459"/>
            <p14:sldId id="2461"/>
            <p14:sldId id="2460"/>
            <p14:sldId id="289"/>
            <p14:sldId id="2463"/>
            <p14:sldId id="2470"/>
            <p14:sldId id="2462"/>
            <p14:sldId id="288"/>
            <p14:sldId id="291"/>
            <p14:sldId id="2466"/>
            <p14:sldId id="2469"/>
            <p14:sldId id="294"/>
            <p14:sldId id="1257"/>
            <p14:sldId id="2468"/>
            <p14:sldId id="2467"/>
            <p14:sldId id="302"/>
            <p14:sldId id="2273"/>
            <p14:sldId id="310"/>
            <p14:sldId id="318"/>
            <p14:sldId id="312"/>
            <p14:sldId id="314"/>
            <p14:sldId id="328"/>
            <p14:sldId id="2472"/>
            <p14:sldId id="2449"/>
            <p14:sldId id="2471"/>
            <p14:sldId id="2473"/>
            <p14:sldId id="2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p="http://schemas.openxmlformats.org/presentationml/2006/main">
  <p:cmAuthor id="0" name="全品文教" initials="" lastIdx="0" clrIdx="0"/>
  <p:cmAuthor id="1" name="SkyUN.Org" initials="S" lastIdx="0" clrIdx="0"/>
  <p:cmAuthor id="2" name="作者" initials="A" lastIdx="0" clrIdx="1"/>
  <p:cmAuthor id="3" name="fafa" initials="f" lastIdx="0" clrIdx="1"/>
  <p:cmAuthor id="4" name="王习习" initials="王" lastIdx="0" clrIdx="0"/>
  <p:cmAuthor id="6" name="jwzx" initials="j" lastIdx="0" clrIdx="5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179" autoAdjust="0"/>
  </p:normalViewPr>
  <p:slideViewPr>
    <p:cSldViewPr snapToGrid="0">
      <p:cViewPr varScale="1">
        <p:scale>
          <a:sx n="139" d="100"/>
          <a:sy n="13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ommentAuthors" Target="commentAuthor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tags" Target="tags/tag596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38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ags" Target="../tags/tag156.xml"/><Relationship Id="rId2" Type="http://schemas.openxmlformats.org/officeDocument/2006/relationships/tags" Target="../tags/tag157.xml"/><Relationship Id="rId3" Type="http://schemas.openxmlformats.org/officeDocument/2006/relationships/tags" Target="../tags/tag158.xml"/><Relationship Id="rId4" Type="http://schemas.openxmlformats.org/officeDocument/2006/relationships/tags" Target="../tags/tag159.xml"/><Relationship Id="rId5" Type="http://schemas.openxmlformats.org/officeDocument/2006/relationships/tags" Target="../tags/tag160.xml"/><Relationship Id="rId6" Type="http://schemas.openxmlformats.org/officeDocument/2006/relationships/tags" Target="../tags/tag161.xml"/><Relationship Id="rId7" Type="http://schemas.openxmlformats.org/officeDocument/2006/relationships/tags" Target="../tags/tag162.xml"/><Relationship Id="rId8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17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tags" Target="../tags/tag184.xml"/><Relationship Id="rId6" Type="http://schemas.openxmlformats.org/officeDocument/2006/relationships/tags" Target="../tags/tag185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27.xml"/><Relationship Id="rId4" Type="http://schemas.openxmlformats.org/officeDocument/2006/relationships/tags" Target="../tags/tag328.xml"/><Relationship Id="rId5" Type="http://schemas.openxmlformats.org/officeDocument/2006/relationships/tags" Target="../tags/tag329.xml"/><Relationship Id="rId6" Type="http://schemas.openxmlformats.org/officeDocument/2006/relationships/tags" Target="../tags/tag330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393.xml"/><Relationship Id="rId4" Type="http://schemas.openxmlformats.org/officeDocument/2006/relationships/tags" Target="../tags/tag394.xml"/><Relationship Id="rId5" Type="http://schemas.openxmlformats.org/officeDocument/2006/relationships/tags" Target="../tags/tag395.xml"/><Relationship Id="rId6" Type="http://schemas.openxmlformats.org/officeDocument/2006/relationships/tags" Target="../tags/tag396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08.xml"/><Relationship Id="rId4" Type="http://schemas.openxmlformats.org/officeDocument/2006/relationships/tags" Target="../tags/tag409.xml"/><Relationship Id="rId5" Type="http://schemas.openxmlformats.org/officeDocument/2006/relationships/tags" Target="../tags/tag410.xml"/><Relationship Id="rId6" Type="http://schemas.openxmlformats.org/officeDocument/2006/relationships/tags" Target="../tags/tag41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30.xml"/><Relationship Id="rId4" Type="http://schemas.openxmlformats.org/officeDocument/2006/relationships/tags" Target="../tags/tag431.xml"/><Relationship Id="rId5" Type="http://schemas.openxmlformats.org/officeDocument/2006/relationships/tags" Target="../tags/tag432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3" Type="http://schemas.openxmlformats.org/officeDocument/2006/relationships/tags" Target="../tags/tag492.xml"/><Relationship Id="rId4" Type="http://schemas.openxmlformats.org/officeDocument/2006/relationships/tags" Target="../tags/tag493.xml"/><Relationship Id="rId5" Type="http://schemas.openxmlformats.org/officeDocument/2006/relationships/tags" Target="../tags/tag494.xml"/><Relationship Id="rId6" Type="http://schemas.openxmlformats.org/officeDocument/2006/relationships/tags" Target="../tags/tag495.xml"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3</a:t>
            </a:fld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5</a:t>
            </a:fld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8</a:t>
            </a:fld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10</a:t>
            </a:fld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4AC9F5AD-9022-5559-1C0D-2D6FAE2AAAC6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7DD60C-FD2E-50A4-E16B-31D4E7C12AAC}"/>
              </a:ext>
            </a:extLst>
          </p:cNvPr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36A3B0-4B1D-29C9-5DAB-F8FE130070B9}"/>
              </a:ext>
            </a:extLst>
          </p:cNvPr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1014ED-FEB9-9E11-3881-718299ABF11C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13</a:t>
            </a:fld>
            <a:endParaRPr lang="zh-CN" altLang="en-US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26123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>
                <a:ea typeface="微软雅黑"/>
              </a:rPr>
              <a:t>14</a:t>
            </a:fld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ea typeface="微软雅黑"/>
            </a:endParaRPr>
          </a:p>
          <a:p>
            <a:r>
              <a:rPr lang="zh-CN" altLang="en-US">
                <a:ea typeface="微软雅黑"/>
              </a:rPr>
              <a:t>更多模版：亮亮图文旗舰店https://liangliangtuwen.tmall.com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6"/>
            </p:custDataLst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solidFill>
                  <a:prstClr val="black"/>
                </a:solidFill>
                <a:ea typeface="微软雅黑"/>
              </a:rPr>
              <a:t>20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05305291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image" Target="../media/image1.jpeg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image" Target="../media/image1.jpeg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tags" Target="../tags/tag68.xml"/><Relationship Id="rId4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tags" Target="../tags/tag76.xml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tags" Target="../tags/tag81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tags" Target="../tags/tag87.xml"/><Relationship Id="rId8" Type="http://schemas.openxmlformats.org/officeDocument/2006/relationships/slide" Target="../slides/slide2.xml" TargetMode="Internal"/><Relationship Id="rId9" Type="http://schemas.openxmlformats.org/officeDocument/2006/relationships/tags" Target="../tags/tag88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tags" Target="../tags/tag94.xml"/><Relationship Id="rId5" Type="http://schemas.openxmlformats.org/officeDocument/2006/relationships/tags" Target="../tags/tag95.xml"/><Relationship Id="rId6" Type="http://schemas.openxmlformats.org/officeDocument/2006/relationships/tags" Target="../tags/tag96.xml"/><Relationship Id="rId7" Type="http://schemas.openxmlformats.org/officeDocument/2006/relationships/slide" Target="../slides/slide2.xml" TargetMode="Internal"/><Relationship Id="rId8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tags" Target="../tags/tag98.xml"/><Relationship Id="rId2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image" Target="../media/image1.jpeg"/><Relationship Id="rId3" Type="http://schemas.openxmlformats.org/officeDocument/2006/relationships/tags" Target="../tags/tag100.xml"/><Relationship Id="rId4" Type="http://schemas.openxmlformats.org/officeDocument/2006/relationships/tags" Target="../tags/tag101.xml"/><Relationship Id="rId5" Type="http://schemas.openxmlformats.org/officeDocument/2006/relationships/tags" Target="../tags/tag102.xml"/><Relationship Id="rId6" Type="http://schemas.openxmlformats.org/officeDocument/2006/relationships/tags" Target="../tags/tag103.xml"/><Relationship Id="rId7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image" Target="../media/image1.jpeg"/><Relationship Id="rId3" Type="http://schemas.openxmlformats.org/officeDocument/2006/relationships/tags" Target="../tags/tag105.xml"/><Relationship Id="rId4" Type="http://schemas.openxmlformats.org/officeDocument/2006/relationships/tags" Target="../tags/tag106.xml"/><Relationship Id="rId5" Type="http://schemas.openxmlformats.org/officeDocument/2006/relationships/tags" Target="../tags/tag107.xml"/><Relationship Id="rId6" Type="http://schemas.openxmlformats.org/officeDocument/2006/relationships/tags" Target="../tags/tag108.xml"/><Relationship Id="rId7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slideMaster" Target="../slideMasters/slideMaster2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tags" Target="../tags/tag130.xml"/><Relationship Id="rId10" Type="http://schemas.openxmlformats.org/officeDocument/2006/relationships/tags" Target="../tags/tag139.xml"/><Relationship Id="rId11" Type="http://schemas.openxmlformats.org/officeDocument/2006/relationships/slideMaster" Target="../slideMasters/slideMaster2.xml"/><Relationship Id="rId2" Type="http://schemas.openxmlformats.org/officeDocument/2006/relationships/tags" Target="../tags/tag131.xml"/><Relationship Id="rId3" Type="http://schemas.openxmlformats.org/officeDocument/2006/relationships/tags" Target="../tags/tag132.xml"/><Relationship Id="rId4" Type="http://schemas.openxmlformats.org/officeDocument/2006/relationships/tags" Target="../tags/tag133.xml"/><Relationship Id="rId5" Type="http://schemas.openxmlformats.org/officeDocument/2006/relationships/tags" Target="../tags/tag134.xml"/><Relationship Id="rId6" Type="http://schemas.openxmlformats.org/officeDocument/2006/relationships/tags" Target="../tags/tag135.xml"/><Relationship Id="rId7" Type="http://schemas.openxmlformats.org/officeDocument/2006/relationships/tags" Target="../tags/tag136.xml"/><Relationship Id="rId8" Type="http://schemas.openxmlformats.org/officeDocument/2006/relationships/tags" Target="../tags/tag137.xml"/><Relationship Id="rId9" Type="http://schemas.openxmlformats.org/officeDocument/2006/relationships/tags" Target="../tags/tag138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tags" Target="../tags/tag143.xml"/><Relationship Id="rId5" Type="http://schemas.openxmlformats.org/officeDocument/2006/relationships/tags" Target="../tags/tag144.xml"/><Relationship Id="rId6" Type="http://schemas.openxmlformats.org/officeDocument/2006/relationships/tags" Target="../tags/tag145.xml"/><Relationship Id="rId7" Type="http://schemas.openxmlformats.org/officeDocument/2006/relationships/image" Target="../media/image5.jpeg"/><Relationship Id="rId8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tags" Target="../tags/tag148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09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8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7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812CC066-29CF-4D1B-AFA1-0837D0F191C7}" type="datetimeFigureOut">
              <a:rPr lang="zh-CN" altLang="en-US" smtClean="0">
                <a:solidFill>
                  <a:srgbClr val="5F5F5F"/>
                </a:solidFill>
                <a:ea typeface="微软雅黑"/>
              </a:rPr>
              <a:t>2025/4/15</a:t>
            </a:fld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6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4767266"/>
            <a:ext cx="2057400" cy="273844"/>
          </a:xfrm>
          <a:prstGeom prst="rect">
            <a:avLst/>
          </a:prstGeom>
        </p:spPr>
        <p:txBody>
          <a:bodyPr/>
          <a:lstStyle/>
          <a:p>
            <a:fld id="{4D3D0621-7590-4572-A7EA-6CB7047C3969}" type="slidenum">
              <a:rPr lang="zh-CN" altLang="en-US" smtClean="0">
                <a:solidFill>
                  <a:srgbClr val="5F5F5F"/>
                </a:solidFill>
                <a:ea typeface="微软雅黑"/>
              </a:rPr>
              <a:t>‹#›</a:t>
            </a:fld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2097543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42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1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0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176213" y="433388"/>
            <a:ext cx="8848725" cy="428625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6796047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1_标题幻灯片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75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4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3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7" name="文本框 6"/>
          <p:cNvSpPr txBox="1"/>
          <p:nvPr userDrawn="1">
            <p:custDataLst>
              <p:tags r:id="rId2"/>
            </p:custDataLst>
          </p:nvPr>
        </p:nvSpPr>
        <p:spPr>
          <a:xfrm flipV="1">
            <a:off x="6027420" y="2802890"/>
            <a:ext cx="280543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57130034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08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7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6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06469409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2_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2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60" y="1200151"/>
            <a:ext cx="8229481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83635795"/>
      </p:ext>
    </p:extLst>
  </p:cSld>
  <p:clrMapOvr>
    <a:masterClrMapping/>
  </p:clrMapOvr>
  <p:transition>
    <p:zoom/>
  </p:transition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2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28559888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标题幻灯片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29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8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27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350174" y="1916833"/>
            <a:ext cx="735006" cy="24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1">
                <a:solidFill>
                  <a:srgbClr val="FFFFFF"/>
                </a:solidFill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模板：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www.1ppt.com/moban/                  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素材：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www.1ppt.com/sucai/</a:t>
            </a:r>
          </a:p>
          <a:p>
            <a:r>
              <a:rPr lang="en-US" altLang="zh-CN" sz="101">
                <a:solidFill>
                  <a:srgbClr val="FFFFFF"/>
                </a:solidFill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背景：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www.1ppt.com/beijing/                   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图表：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www.1ppt.com/tubiao/      </a:t>
            </a:r>
          </a:p>
          <a:p>
            <a:r>
              <a:rPr lang="en-US" altLang="zh-CN" sz="101">
                <a:solidFill>
                  <a:srgbClr val="FFFFFF"/>
                </a:solidFill>
                <a:ea typeface="微软雅黑"/>
              </a:rPr>
              <a:t>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下载：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www.1ppt.com/xiazai/                     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教程： 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www.1ppt.com/powerpoint/     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资料下载：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www.1ppt.com/ziliao/               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个人简历：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www.1ppt.com/jianli/            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试卷下载：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www.1ppt.com/shiti/                 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教案下载：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www.1ppt.com/jiaoan/              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手抄报：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www.1ppt.com/shouchaobao/          PPT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语文课件：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www.1ppt.com/kejian/yuwen/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数学课件：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www.1ppt.com/kejian/shuxue/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英语课件：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www.1ppt.com/kejian/yingyu/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美术课件：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www.1ppt.com/kejian/meishu/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科学课件：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www.1ppt.com/kejian/kexue/ 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物理课件：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www.1ppt.com/kejian/wuli/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化学课件：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www.1ppt.com/kejian/huaxue/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生物课件：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www.1ppt.com/kejian/shengwu/ </a:t>
            </a:r>
          </a:p>
          <a:p>
            <a:r>
              <a:rPr lang="zh-CN" altLang="en-US" sz="101">
                <a:solidFill>
                  <a:srgbClr val="FFFFFF"/>
                </a:solidFill>
                <a:ea typeface="微软雅黑"/>
              </a:rPr>
              <a:t>地理课件：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www.1ppt.com/kejian/dili/          </a:t>
            </a:r>
            <a:r>
              <a:rPr lang="zh-CN" altLang="en-US" sz="101">
                <a:solidFill>
                  <a:srgbClr val="FFFFFF"/>
                </a:solidFill>
                <a:ea typeface="微软雅黑"/>
              </a:rPr>
              <a:t>历史课件：</a:t>
            </a:r>
            <a:r>
              <a:rPr lang="en-US" altLang="zh-CN" sz="101">
                <a:solidFill>
                  <a:srgbClr val="FFFFFF"/>
                </a:solidFill>
                <a:ea typeface="微软雅黑"/>
              </a:rPr>
              <a:t>www.1ppt.com/kejian/lishi/ </a:t>
            </a:r>
          </a:p>
        </p:txBody>
      </p:sp>
    </p:spTree>
    <p:extLst>
      <p:ext uri="{BB962C8B-B14F-4D97-AF65-F5344CB8AC3E}">
        <p14:creationId xmlns:p14="http://schemas.microsoft.com/office/powerpoint/2010/main" val="1240151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标题幻灯片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32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1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0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463620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35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4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3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white"/>
              </a:solidFill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black"/>
              </a:solidFill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5716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仅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12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1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0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white"/>
              </a:solidFill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black"/>
              </a:solidFill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871638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15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4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3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98519103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18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7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6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43393051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1_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21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0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19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06995833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24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3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2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596824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27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6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5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5F5F5F"/>
                </a:solidFill>
                <a:ea typeface="微软雅黑"/>
              </a:rPr>
              <a:t>2025/4/15</a:t>
            </a:fld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5F5F5F"/>
                </a:solidFill>
                <a:ea typeface="微软雅黑"/>
              </a:rPr>
              <a:t>‹#›</a:t>
            </a:fld>
            <a:endParaRPr lang="zh-CN" altLang="en-US">
              <a:solidFill>
                <a:srgbClr val="5F5F5F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96809248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>
  <p:cSld name="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30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9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28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2804" y="3305176"/>
            <a:ext cx="7772221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>
                <a:ea typeface="微软雅黑"/>
              </a:defRPr>
            </a:lvl1pPr>
          </a:lstStyle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722804" y="2180035"/>
            <a:ext cx="7772221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ea typeface="微软雅黑"/>
              </a:defRPr>
            </a:lvl1pPr>
            <a:lvl2pPr marL="342900" indent="0">
              <a:buNone/>
              <a:defRPr sz="1350">
                <a:ea typeface="微软雅黑"/>
              </a:defRPr>
            </a:lvl2pPr>
            <a:lvl3pPr marL="685800" indent="0">
              <a:buNone/>
              <a:defRPr sz="1200">
                <a:ea typeface="微软雅黑"/>
              </a:defRPr>
            </a:lvl3pPr>
            <a:lvl4pPr marL="1028700" indent="0">
              <a:buNone/>
              <a:defRPr sz="1050">
                <a:ea typeface="微软雅黑"/>
              </a:defRPr>
            </a:lvl4pPr>
            <a:lvl5pPr marL="1371600" indent="0">
              <a:buNone/>
              <a:defRPr sz="1050">
                <a:ea typeface="微软雅黑"/>
              </a:defRPr>
            </a:lvl5pPr>
            <a:lvl6pPr marL="1714500" indent="0">
              <a:buNone/>
              <a:defRPr sz="1050">
                <a:ea typeface="微软雅黑"/>
              </a:defRPr>
            </a:lvl6pPr>
            <a:lvl7pPr marL="2057400" indent="0">
              <a:buNone/>
              <a:defRPr sz="1050">
                <a:ea typeface="微软雅黑"/>
              </a:defRPr>
            </a:lvl7pPr>
            <a:lvl8pPr marL="2400300" indent="0">
              <a:buNone/>
              <a:defRPr sz="1050">
                <a:ea typeface="微软雅黑"/>
              </a:defRPr>
            </a:lvl8pPr>
            <a:lvl9pPr marL="2743200" indent="0">
              <a:buNone/>
              <a:defRPr sz="1050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4943234"/>
      </p:ext>
    </p:extLst>
  </p:cSld>
  <p:clrMapOvr>
    <a:masterClrMapping/>
  </p:clrMapOvr>
  <p:transition>
    <p:zoom/>
  </p:transition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>
  <p:cSld name="3_标题幻灯片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3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90" y="1597819"/>
            <a:ext cx="7772221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779" y="2914650"/>
            <a:ext cx="6400443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/>
              </a:defRPr>
            </a:lvl1pPr>
            <a:lvl2pPr marL="342900" indent="0" algn="ctr">
              <a:buNone/>
              <a:defRPr>
                <a:ea typeface="微软雅黑"/>
              </a:defRPr>
            </a:lvl2pPr>
            <a:lvl3pPr marL="685800" indent="0" algn="ctr">
              <a:buNone/>
              <a:defRPr>
                <a:ea typeface="微软雅黑"/>
              </a:defRPr>
            </a:lvl3pPr>
            <a:lvl4pPr marL="1028700" indent="0" algn="ctr">
              <a:buNone/>
              <a:defRPr>
                <a:ea typeface="微软雅黑"/>
              </a:defRPr>
            </a:lvl4pPr>
            <a:lvl5pPr marL="1371600" indent="0" algn="ctr">
              <a:buNone/>
              <a:defRPr>
                <a:ea typeface="微软雅黑"/>
              </a:defRPr>
            </a:lvl5pPr>
            <a:lvl6pPr marL="1714500" indent="0" algn="ctr">
              <a:buNone/>
              <a:defRPr>
                <a:ea typeface="微软雅黑"/>
              </a:defRPr>
            </a:lvl6pPr>
            <a:lvl7pPr marL="2057400" indent="0" algn="ctr">
              <a:buNone/>
              <a:defRPr>
                <a:ea typeface="微软雅黑"/>
              </a:defRPr>
            </a:lvl7pPr>
            <a:lvl8pPr marL="2400300" indent="0" algn="ctr">
              <a:buNone/>
              <a:defRPr>
                <a:ea typeface="微软雅黑"/>
              </a:defRPr>
            </a:lvl8pPr>
            <a:lvl9pPr marL="2743200" indent="0" algn="ctr">
              <a:buNone/>
              <a:defRPr>
                <a:ea typeface="微软雅黑"/>
              </a:defRPr>
            </a:lvl9pPr>
          </a:lstStyle>
          <a:p>
            <a:r>
              <a:rPr lang="zh-CN" altLang="en-US" noProof="1">
                <a:ea typeface="微软雅黑"/>
              </a:rPr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6058256"/>
      </p:ext>
    </p:extLst>
  </p:cSld>
  <p:clrMapOvr>
    <a:masterClrMapping/>
  </p:clrMapOvr>
  <p:transition>
    <p:zoom/>
  </p:transition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>
  <p:cSld name="比较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3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/>
              </a:defRPr>
            </a:lvl1pPr>
          </a:lstStyle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59" y="1151335"/>
            <a:ext cx="404031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/>
              </a:defRPr>
            </a:lvl1pPr>
            <a:lvl2pPr marL="342900" indent="0">
              <a:buNone/>
              <a:defRPr sz="1500" b="1">
                <a:ea typeface="微软雅黑"/>
              </a:defRPr>
            </a:lvl2pPr>
            <a:lvl3pPr marL="685800" indent="0">
              <a:buNone/>
              <a:defRPr sz="1350" b="1">
                <a:ea typeface="微软雅黑"/>
              </a:defRPr>
            </a:lvl3pPr>
            <a:lvl4pPr marL="1028700" indent="0">
              <a:buNone/>
              <a:defRPr sz="1200" b="1">
                <a:ea typeface="微软雅黑"/>
              </a:defRPr>
            </a:lvl4pPr>
            <a:lvl5pPr marL="1371600" indent="0">
              <a:buNone/>
              <a:defRPr sz="1200" b="1">
                <a:ea typeface="微软雅黑"/>
              </a:defRPr>
            </a:lvl5pPr>
            <a:lvl6pPr marL="1714500" indent="0">
              <a:buNone/>
              <a:defRPr sz="1200" b="1">
                <a:ea typeface="微软雅黑"/>
              </a:defRPr>
            </a:lvl6pPr>
            <a:lvl7pPr marL="2057400" indent="0">
              <a:buNone/>
              <a:defRPr sz="1200" b="1">
                <a:ea typeface="微软雅黑"/>
              </a:defRPr>
            </a:lvl7pPr>
            <a:lvl8pPr marL="2400300" indent="0">
              <a:buNone/>
              <a:defRPr sz="1200" b="1">
                <a:ea typeface="微软雅黑"/>
              </a:defRPr>
            </a:lvl8pPr>
            <a:lvl9pPr marL="2743200" indent="0">
              <a:buNone/>
              <a:defRPr sz="1200" b="1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7259" y="1631156"/>
            <a:ext cx="4040317" cy="2963466"/>
          </a:xfrm>
          <a:prstGeom prst="rect">
            <a:avLst/>
          </a:prstGeom>
        </p:spPr>
        <p:txBody>
          <a:bodyPr/>
          <a:lstStyle>
            <a:lvl1pPr>
              <a:defRPr sz="1800">
                <a:ea typeface="微软雅黑"/>
              </a:defRPr>
            </a:lvl1pPr>
            <a:lvl2pPr>
              <a:defRPr sz="1500">
                <a:ea typeface="微软雅黑"/>
              </a:defRPr>
            </a:lvl2pPr>
            <a:lvl3pPr>
              <a:defRPr sz="1350">
                <a:ea typeface="微软雅黑"/>
              </a:defRPr>
            </a:lvl3pPr>
            <a:lvl4pPr>
              <a:defRPr sz="1200">
                <a:ea typeface="微软雅黑"/>
              </a:defRPr>
            </a:lvl4pPr>
            <a:lvl5pPr>
              <a:defRPr sz="1200">
                <a:ea typeface="微软雅黑"/>
              </a:defRPr>
            </a:lvl5pPr>
            <a:lvl6pPr>
              <a:defRPr sz="1200">
                <a:ea typeface="微软雅黑"/>
              </a:defRPr>
            </a:lvl6pPr>
            <a:lvl7pPr>
              <a:defRPr sz="1200">
                <a:ea typeface="微软雅黑"/>
              </a:defRPr>
            </a:lvl7pPr>
            <a:lvl8pPr>
              <a:defRPr sz="1200">
                <a:ea typeface="微软雅黑"/>
              </a:defRPr>
            </a:lvl8pPr>
            <a:lvl9pPr>
              <a:defRPr sz="1200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ea typeface="微软雅黑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45234" y="1151335"/>
            <a:ext cx="4041507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/>
              </a:defRPr>
            </a:lvl1pPr>
            <a:lvl2pPr marL="342900" indent="0">
              <a:buNone/>
              <a:defRPr sz="1500" b="1">
                <a:ea typeface="微软雅黑"/>
              </a:defRPr>
            </a:lvl2pPr>
            <a:lvl3pPr marL="685800" indent="0">
              <a:buNone/>
              <a:defRPr sz="1350" b="1">
                <a:ea typeface="微软雅黑"/>
              </a:defRPr>
            </a:lvl3pPr>
            <a:lvl4pPr marL="1028700" indent="0">
              <a:buNone/>
              <a:defRPr sz="1200" b="1">
                <a:ea typeface="微软雅黑"/>
              </a:defRPr>
            </a:lvl4pPr>
            <a:lvl5pPr marL="1371600" indent="0">
              <a:buNone/>
              <a:defRPr sz="1200" b="1">
                <a:ea typeface="微软雅黑"/>
              </a:defRPr>
            </a:lvl5pPr>
            <a:lvl6pPr marL="1714500" indent="0">
              <a:buNone/>
              <a:defRPr sz="1200" b="1">
                <a:ea typeface="微软雅黑"/>
              </a:defRPr>
            </a:lvl6pPr>
            <a:lvl7pPr marL="2057400" indent="0">
              <a:buNone/>
              <a:defRPr sz="1200" b="1">
                <a:ea typeface="微软雅黑"/>
              </a:defRPr>
            </a:lvl7pPr>
            <a:lvl8pPr marL="2400300" indent="0">
              <a:buNone/>
              <a:defRPr sz="1200" b="1">
                <a:ea typeface="微软雅黑"/>
              </a:defRPr>
            </a:lvl8pPr>
            <a:lvl9pPr marL="2743200" indent="0">
              <a:buNone/>
              <a:defRPr sz="1200" b="1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45234" y="1631156"/>
            <a:ext cx="4041507" cy="2963466"/>
          </a:xfrm>
          <a:prstGeom prst="rect">
            <a:avLst/>
          </a:prstGeom>
        </p:spPr>
        <p:txBody>
          <a:bodyPr/>
          <a:lstStyle>
            <a:lvl1pPr>
              <a:defRPr sz="1800">
                <a:ea typeface="微软雅黑"/>
              </a:defRPr>
            </a:lvl1pPr>
            <a:lvl2pPr>
              <a:defRPr sz="1500">
                <a:ea typeface="微软雅黑"/>
              </a:defRPr>
            </a:lvl2pPr>
            <a:lvl3pPr>
              <a:defRPr sz="1350">
                <a:ea typeface="微软雅黑"/>
              </a:defRPr>
            </a:lvl3pPr>
            <a:lvl4pPr>
              <a:defRPr sz="1200">
                <a:ea typeface="微软雅黑"/>
              </a:defRPr>
            </a:lvl4pPr>
            <a:lvl5pPr>
              <a:defRPr sz="1200">
                <a:ea typeface="微软雅黑"/>
              </a:defRPr>
            </a:lvl5pPr>
            <a:lvl6pPr>
              <a:defRPr sz="1200">
                <a:ea typeface="微软雅黑"/>
              </a:defRPr>
            </a:lvl6pPr>
            <a:lvl7pPr>
              <a:defRPr sz="1200">
                <a:ea typeface="微软雅黑"/>
              </a:defRPr>
            </a:lvl7pPr>
            <a:lvl8pPr>
              <a:defRPr sz="1200">
                <a:ea typeface="微软雅黑"/>
              </a:defRPr>
            </a:lvl8pPr>
            <a:lvl9pPr>
              <a:defRPr sz="1200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64443891"/>
      </p:ext>
    </p:extLst>
  </p:cSld>
  <p:clrMapOvr>
    <a:masterClrMapping/>
  </p:clrMapOvr>
  <p:transition>
    <p:zoom/>
  </p:transition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>
  <p:cSld name="两栏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39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8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37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60" y="1200151"/>
            <a:ext cx="4056988" cy="3394472"/>
          </a:xfrm>
          <a:prstGeom prst="rect">
            <a:avLst/>
          </a:prstGeom>
        </p:spPr>
        <p:txBody>
          <a:bodyPr/>
          <a:lstStyle>
            <a:lvl1pPr>
              <a:defRPr sz="2100">
                <a:ea typeface="微软雅黑"/>
              </a:defRPr>
            </a:lvl1pPr>
            <a:lvl2pPr>
              <a:defRPr sz="1800">
                <a:ea typeface="微软雅黑"/>
              </a:defRPr>
            </a:lvl2pPr>
            <a:lvl3pPr>
              <a:defRPr sz="1500">
                <a:ea typeface="微软雅黑"/>
              </a:defRPr>
            </a:lvl3pPr>
            <a:lvl4pPr>
              <a:defRPr sz="1350">
                <a:ea typeface="微软雅黑"/>
              </a:defRPr>
            </a:lvl4pPr>
            <a:lvl5pPr>
              <a:defRPr sz="1350">
                <a:ea typeface="微软雅黑"/>
              </a:defRPr>
            </a:lvl5pPr>
            <a:lvl6pPr>
              <a:defRPr sz="1350">
                <a:ea typeface="微软雅黑"/>
              </a:defRPr>
            </a:lvl6pPr>
            <a:lvl7pPr>
              <a:defRPr sz="1350">
                <a:ea typeface="微软雅黑"/>
              </a:defRPr>
            </a:lvl7pPr>
            <a:lvl8pPr>
              <a:defRPr sz="1350">
                <a:ea typeface="微软雅黑"/>
              </a:defRPr>
            </a:lvl8pPr>
            <a:lvl9pPr>
              <a:defRPr sz="1350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ea typeface="微软雅黑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8562" y="1200151"/>
            <a:ext cx="4058178" cy="3394472"/>
          </a:xfrm>
          <a:prstGeom prst="rect">
            <a:avLst/>
          </a:prstGeom>
        </p:spPr>
        <p:txBody>
          <a:bodyPr/>
          <a:lstStyle>
            <a:lvl1pPr>
              <a:defRPr sz="2100">
                <a:ea typeface="微软雅黑"/>
              </a:defRPr>
            </a:lvl1pPr>
            <a:lvl2pPr>
              <a:defRPr sz="1800">
                <a:ea typeface="微软雅黑"/>
              </a:defRPr>
            </a:lvl2pPr>
            <a:lvl3pPr>
              <a:defRPr sz="1500">
                <a:ea typeface="微软雅黑"/>
              </a:defRPr>
            </a:lvl3pPr>
            <a:lvl4pPr>
              <a:defRPr sz="1350">
                <a:ea typeface="微软雅黑"/>
              </a:defRPr>
            </a:lvl4pPr>
            <a:lvl5pPr>
              <a:defRPr sz="1350">
                <a:ea typeface="微软雅黑"/>
              </a:defRPr>
            </a:lvl5pPr>
            <a:lvl6pPr>
              <a:defRPr sz="1350">
                <a:ea typeface="微软雅黑"/>
              </a:defRPr>
            </a:lvl6pPr>
            <a:lvl7pPr>
              <a:defRPr sz="1350">
                <a:ea typeface="微软雅黑"/>
              </a:defRPr>
            </a:lvl7pPr>
            <a:lvl8pPr>
              <a:defRPr sz="1350">
                <a:ea typeface="微软雅黑"/>
              </a:defRPr>
            </a:lvl8pPr>
            <a:lvl9pPr>
              <a:defRPr sz="1350">
                <a:ea typeface="微软雅黑"/>
              </a:defRPr>
            </a:lvl9pPr>
          </a:lstStyle>
          <a:p>
            <a:pPr lvl="0"/>
            <a:r>
              <a:rPr lang="zh-CN" altLang="en-US" noProof="1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 noProof="1">
                <a:ea typeface="微软雅黑"/>
              </a:rPr>
              <a:t>第二级</a:t>
            </a:r>
          </a:p>
          <a:p>
            <a:pPr lvl="2"/>
            <a:r>
              <a:rPr lang="zh-CN" altLang="en-US" noProof="1">
                <a:ea typeface="微软雅黑"/>
              </a:rPr>
              <a:t>第三级</a:t>
            </a:r>
          </a:p>
          <a:p>
            <a:pPr lvl="3"/>
            <a:r>
              <a:rPr lang="zh-CN" altLang="en-US" noProof="1">
                <a:ea typeface="微软雅黑"/>
              </a:rPr>
              <a:t>第四级</a:t>
            </a:r>
          </a:p>
          <a:p>
            <a:pPr lvl="4"/>
            <a:r>
              <a:rPr lang="zh-CN" altLang="en-US" noProof="1"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71612100"/>
      </p:ext>
    </p:extLst>
  </p:cSld>
  <p:clrMapOvr>
    <a:masterClrMapping/>
  </p:clrMapOvr>
  <p:transition>
    <p:zoom/>
  </p:transition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>
  <p:cSld name="1_仅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45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4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3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60" y="205979"/>
            <a:ext cx="8229481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>
                <a:ea typeface="微软雅黑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3251137"/>
      </p:ext>
    </p:extLst>
  </p:cSld>
  <p:clrMapOvr>
    <a:masterClrMapping/>
  </p:clrMapOvr>
  <p:transition>
    <p:zoom/>
  </p:transition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课前引入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48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7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6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文本框 1"/>
          <p:cNvSpPr txBox="1"/>
          <p:nvPr userDrawn="1">
            <p:custDataLst>
              <p:tags r:id="rId2"/>
            </p:custDataLst>
          </p:nvPr>
        </p:nvSpPr>
        <p:spPr>
          <a:xfrm>
            <a:off x="60575" y="-257377"/>
            <a:ext cx="365233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>
                <a:ea typeface="微软雅黑"/>
              </a:defRPr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zh-CN" sz="100">
                <a:solidFill>
                  <a:srgbClr val="FFFFFF"/>
                </a:solidFill>
                <a:cs typeface="Times New Roman" panose="02020603050405020304" pitchFamily="18" charset="0"/>
                <a:ea typeface="微软雅黑"/>
              </a:rPr>
              <a:t>小杨老师</a:t>
            </a:r>
            <a:r>
              <a:rPr lang="en-US" altLang="zh-CN" sz="100">
                <a:solidFill>
                  <a:srgbClr val="FFFFFF"/>
                </a:solidFill>
                <a:cs typeface="Times New Roman" panose="02020603050405020304" pitchFamily="18" charset="0"/>
                <a:ea typeface="微软雅黑"/>
              </a:rPr>
              <a:t>      </a:t>
            </a:r>
            <a:r>
              <a:rPr lang="en-US" altLang="zh-CN" sz="100">
                <a:solidFill>
                  <a:srgbClr val="FFFFFF"/>
                </a:solidFill>
                <a:ea typeface="微软雅黑"/>
              </a:rPr>
              <a:t>15521324728</a:t>
            </a:r>
            <a:endParaRPr lang="zh-CN" altLang="en-US" sz="100">
              <a:solidFill>
                <a:srgbClr val="FFFFFF"/>
              </a:solidFill>
              <a:ea typeface="微软雅黑"/>
            </a:endParaRPr>
          </a:p>
        </p:txBody>
      </p:sp>
      <p:sp>
        <p:nvSpPr>
          <p:cNvPr id="3" name="文本框 2"/>
          <p:cNvSpPr txBox="1"/>
          <p:nvPr userDrawn="1">
            <p:custDataLst>
              <p:tags r:id="rId3"/>
            </p:custDataLst>
          </p:nvPr>
        </p:nvSpPr>
        <p:spPr>
          <a:xfrm>
            <a:off x="8630908" y="5342484"/>
            <a:ext cx="451365" cy="1123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>
                <a:ea typeface="微软雅黑"/>
              </a:defRPr>
            </a:defPPr>
            <a:lvl1pPr marL="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770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397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87470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358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algn="l" defTabSz="1296035" rtl="0" eaLnBrk="1" latinLnBrk="0" hangingPunct="1"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0">
                <a:solidFill>
                  <a:srgbClr val="FFFFFF"/>
                </a:solidFill>
                <a:cs typeface="Times New Roman" panose="02020603050405020304" pitchFamily="18" charset="0"/>
                <a:ea typeface="微软雅黑"/>
              </a:rPr>
              <a:t>微信公众号：杨</a:t>
            </a:r>
            <a:r>
              <a:rPr lang="en-US" altLang="zh-CN" sz="100">
                <a:solidFill>
                  <a:srgbClr val="FFFFFF"/>
                </a:solidFill>
                <a:cs typeface="Times New Roman" panose="02020603050405020304" pitchFamily="18" charset="0"/>
                <a:ea typeface="微软雅黑"/>
              </a:rPr>
              <a:t>sir</a:t>
            </a:r>
            <a:r>
              <a:rPr lang="zh-CN" altLang="en-US" sz="100">
                <a:solidFill>
                  <a:srgbClr val="FFFFFF"/>
                </a:solidFill>
                <a:cs typeface="Times New Roman" panose="02020603050405020304" pitchFamily="18" charset="0"/>
                <a:ea typeface="微软雅黑"/>
              </a:rPr>
              <a:t>化学</a:t>
            </a:r>
            <a:endParaRPr lang="zh-CN" altLang="en-US" sz="100">
              <a:solidFill>
                <a:srgbClr val="FFFFFF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0543539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4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51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0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49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83630622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2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54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3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2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40547282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57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6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5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64646857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60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9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58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077113499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5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6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94440523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8_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6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grpSp>
        <p:nvGrpSpPr>
          <p:cNvPr id="30" name="组合 29"/>
          <p:cNvGrpSpPr/>
          <p:nvPr userDrawn="1">
            <p:custDataLst>
              <p:tags r:id="rId2"/>
            </p:custDataLst>
          </p:nvPr>
        </p:nvGrpSpPr>
        <p:grpSpPr>
          <a:xfrm>
            <a:off x="8186058" y="4898568"/>
            <a:ext cx="870859" cy="182668"/>
            <a:chOff x="9710055" y="6400799"/>
            <a:chExt cx="1487715" cy="312057"/>
          </a:xfrm>
        </p:grpSpPr>
        <p:sp>
          <p:nvSpPr>
            <p:cNvPr id="31" name="椭圆 30"/>
            <p:cNvSpPr/>
            <p:nvPr>
              <p:custDataLst>
                <p:tags r:id="rId3"/>
              </p:custDataLst>
            </p:nvPr>
          </p:nvSpPr>
          <p:spPr>
            <a:xfrm>
              <a:off x="10297884" y="6400799"/>
              <a:ext cx="312057" cy="312057"/>
            </a:xfrm>
            <a:prstGeom prst="ellipse">
              <a:avLst/>
            </a:prstGeom>
            <a:solidFill>
              <a:srgbClr val="FA7384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ea typeface="微软雅黑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4"/>
              </p:custDataLst>
            </p:nvPr>
          </p:nvSpPr>
          <p:spPr>
            <a:xfrm>
              <a:off x="10885713" y="6400799"/>
              <a:ext cx="312057" cy="31205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ea typeface="微软雅黑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5"/>
              </p:custDataLst>
            </p:nvPr>
          </p:nvSpPr>
          <p:spPr>
            <a:xfrm>
              <a:off x="9710055" y="6400799"/>
              <a:ext cx="312057" cy="312057"/>
            </a:xfrm>
            <a:prstGeom prst="ellipse">
              <a:avLst/>
            </a:prstGeom>
            <a:solidFill>
              <a:srgbClr val="01A9A9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FFF"/>
                </a:solidFill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781992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图片与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69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8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67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05604026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5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72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1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0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31960074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3_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78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7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6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  <a:prstGeom prst="rect">
            <a:avLst/>
          </a:prstGeo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+mj-lt"/>
                <a:ea typeface="微软雅黑"/>
              </a:defRPr>
            </a:lvl1pPr>
            <a:lvl2pPr marL="342900" indent="0">
              <a:buFontTx/>
              <a:buNone/>
              <a:defRPr sz="2100" b="1">
                <a:ea typeface="微软雅黑"/>
              </a:defRPr>
            </a:lvl2pPr>
            <a:lvl3pPr marL="685800" indent="0">
              <a:buFontTx/>
              <a:buNone/>
              <a:defRPr sz="2100" b="1">
                <a:ea typeface="微软雅黑"/>
              </a:defRPr>
            </a:lvl3pPr>
            <a:lvl4pPr marL="1028700" indent="0">
              <a:buFontTx/>
              <a:buNone/>
              <a:defRPr sz="2100" b="1">
                <a:ea typeface="微软雅黑"/>
              </a:defRPr>
            </a:lvl4pPr>
            <a:lvl5pPr marL="1371600" indent="0">
              <a:buFontTx/>
              <a:buNone/>
              <a:defRPr sz="2100" b="1">
                <a:ea typeface="微软雅黑"/>
              </a:defRPr>
            </a:lvl5pPr>
          </a:lstStyle>
          <a:p>
            <a:pPr lvl="0"/>
            <a:r>
              <a:rPr lang="zh-CN" altLang="en-US">
                <a:ea typeface="微软雅黑"/>
              </a:rPr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6" name="圆角矩形 15">
            <a:hlinkClick r:id="rId8" action="ppaction://hlinksldjump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9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ea typeface="微软雅黑"/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1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641788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81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0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79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6" name="圆角矩形 5">
            <a:hlinkClick r:id="rId7" action="ppaction://hlinksldjump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317827773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6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84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3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2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06428670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幻灯片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87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6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5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58521087"/>
      </p:ext>
    </p:extLst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90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9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88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9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Arial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Arial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93062"/>
      </p:ext>
    </p:extLst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仅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9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同侧圆角矩形 1"/>
          <p:cNvSpPr/>
          <p:nvPr userDrawn="1">
            <p:custDataLst>
              <p:tags r:id="rId4"/>
            </p:custDataLst>
          </p:nvPr>
        </p:nvSpPr>
        <p:spPr>
          <a:xfrm>
            <a:off x="236001" y="224159"/>
            <a:ext cx="8671998" cy="4695182"/>
          </a:xfrm>
          <a:prstGeom prst="round2Same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8" name="矩形: 圆角 1"/>
          <p:cNvSpPr/>
          <p:nvPr userDrawn="1">
            <p:custDataLst>
              <p:tags r:id="rId5"/>
            </p:custDataLst>
          </p:nvPr>
        </p:nvSpPr>
        <p:spPr>
          <a:xfrm>
            <a:off x="3561398" y="596420"/>
            <a:ext cx="2021205" cy="4785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white"/>
              </a:solidFill>
              <a:latin typeface="Arial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smiling-tooth-with-hands_33918"/>
          <p:cNvSpPr>
            <a:spLocks noChangeAspect="1"/>
          </p:cNvSpPr>
          <p:nvPr userDrawn="1">
            <p:custDataLst>
              <p:tags r:id="rId6"/>
            </p:custDataLst>
          </p:nvPr>
        </p:nvSpPr>
        <p:spPr bwMode="auto">
          <a:xfrm>
            <a:off x="3794901" y="723348"/>
            <a:ext cx="255473" cy="255473"/>
          </a:xfrm>
          <a:custGeom>
            <a:gdLst>
              <a:gd name="T0" fmla="*/ 12000 w 12800"/>
              <a:gd name="T1" fmla="*/ 11200 h 12800"/>
              <a:gd name="T2" fmla="*/ 7176 w 12800"/>
              <a:gd name="T3" fmla="*/ 12121 h 12800"/>
              <a:gd name="T4" fmla="*/ 6400 w 12800"/>
              <a:gd name="T5" fmla="*/ 12800 h 12800"/>
              <a:gd name="T6" fmla="*/ 5624 w 12800"/>
              <a:gd name="T7" fmla="*/ 12121 h 12800"/>
              <a:gd name="T8" fmla="*/ 800 w 12800"/>
              <a:gd name="T9" fmla="*/ 11200 h 12800"/>
              <a:gd name="T10" fmla="*/ 0 w 12800"/>
              <a:gd name="T11" fmla="*/ 10400 h 12800"/>
              <a:gd name="T12" fmla="*/ 0 w 12800"/>
              <a:gd name="T13" fmla="*/ 800 h 12800"/>
              <a:gd name="T14" fmla="*/ 800 w 12800"/>
              <a:gd name="T15" fmla="*/ 0 h 12800"/>
              <a:gd name="T16" fmla="*/ 879 w 12800"/>
              <a:gd name="T17" fmla="*/ 16 h 12800"/>
              <a:gd name="T18" fmla="*/ 6400 w 12800"/>
              <a:gd name="T19" fmla="*/ 1600 h 12800"/>
              <a:gd name="T20" fmla="*/ 11921 w 12800"/>
              <a:gd name="T21" fmla="*/ 16 h 12800"/>
              <a:gd name="T22" fmla="*/ 12000 w 12800"/>
              <a:gd name="T23" fmla="*/ 0 h 12800"/>
              <a:gd name="T24" fmla="*/ 12800 w 12800"/>
              <a:gd name="T25" fmla="*/ 800 h 12800"/>
              <a:gd name="T26" fmla="*/ 12800 w 12800"/>
              <a:gd name="T27" fmla="*/ 10400 h 12800"/>
              <a:gd name="T28" fmla="*/ 12000 w 12800"/>
              <a:gd name="T29" fmla="*/ 11200 h 12800"/>
              <a:gd name="T30" fmla="*/ 5600 w 12800"/>
              <a:gd name="T31" fmla="*/ 2507 h 12800"/>
              <a:gd name="T32" fmla="*/ 1600 w 12800"/>
              <a:gd name="T33" fmla="*/ 1670 h 12800"/>
              <a:gd name="T34" fmla="*/ 1600 w 12800"/>
              <a:gd name="T35" fmla="*/ 9643 h 12800"/>
              <a:gd name="T36" fmla="*/ 5600 w 12800"/>
              <a:gd name="T37" fmla="*/ 10400 h 12800"/>
              <a:gd name="T38" fmla="*/ 5600 w 12800"/>
              <a:gd name="T39" fmla="*/ 2507 h 12800"/>
              <a:gd name="T40" fmla="*/ 11200 w 12800"/>
              <a:gd name="T41" fmla="*/ 1670 h 12800"/>
              <a:gd name="T42" fmla="*/ 7200 w 12800"/>
              <a:gd name="T43" fmla="*/ 2506 h 12800"/>
              <a:gd name="T44" fmla="*/ 7200 w 12800"/>
              <a:gd name="T45" fmla="*/ 10400 h 12800"/>
              <a:gd name="T46" fmla="*/ 11200 w 12800"/>
              <a:gd name="T47" fmla="*/ 9644 h 12800"/>
              <a:gd name="T48" fmla="*/ 11200 w 12800"/>
              <a:gd name="T49" fmla="*/ 1670 h 1280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00" h="12800">
                <a:moveTo>
                  <a:pt x="12000" y="11200"/>
                </a:moveTo>
                <a:cubicBezTo>
                  <a:pt x="10776" y="11254"/>
                  <a:pt x="8442" y="11463"/>
                  <a:pt x="7176" y="12121"/>
                </a:cubicBezTo>
                <a:cubicBezTo>
                  <a:pt x="7116" y="12503"/>
                  <a:pt x="6799" y="12800"/>
                  <a:pt x="6400" y="12800"/>
                </a:cubicBezTo>
                <a:cubicBezTo>
                  <a:pt x="6002" y="12800"/>
                  <a:pt x="5684" y="12503"/>
                  <a:pt x="5624" y="12121"/>
                </a:cubicBezTo>
                <a:cubicBezTo>
                  <a:pt x="4358" y="11463"/>
                  <a:pt x="2024" y="11254"/>
                  <a:pt x="800" y="11200"/>
                </a:cubicBezTo>
                <a:cubicBezTo>
                  <a:pt x="358" y="11200"/>
                  <a:pt x="0" y="10842"/>
                  <a:pt x="0" y="104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cubicBezTo>
                  <a:pt x="828" y="0"/>
                  <a:pt x="851" y="14"/>
                  <a:pt x="879" y="16"/>
                </a:cubicBezTo>
                <a:cubicBezTo>
                  <a:pt x="6381" y="158"/>
                  <a:pt x="6400" y="1600"/>
                  <a:pt x="6400" y="1600"/>
                </a:cubicBezTo>
                <a:cubicBezTo>
                  <a:pt x="6400" y="1600"/>
                  <a:pt x="6419" y="158"/>
                  <a:pt x="11921" y="16"/>
                </a:cubicBezTo>
                <a:cubicBezTo>
                  <a:pt x="11949" y="14"/>
                  <a:pt x="11972" y="0"/>
                  <a:pt x="12000" y="0"/>
                </a:cubicBezTo>
                <a:cubicBezTo>
                  <a:pt x="12442" y="0"/>
                  <a:pt x="12800" y="358"/>
                  <a:pt x="12800" y="800"/>
                </a:cubicBezTo>
                <a:lnTo>
                  <a:pt x="12800" y="10400"/>
                </a:lnTo>
                <a:cubicBezTo>
                  <a:pt x="12800" y="10842"/>
                  <a:pt x="12442" y="11200"/>
                  <a:pt x="12000" y="11200"/>
                </a:cubicBezTo>
                <a:close/>
                <a:moveTo>
                  <a:pt x="5600" y="2507"/>
                </a:moveTo>
                <a:cubicBezTo>
                  <a:pt x="4568" y="1982"/>
                  <a:pt x="2861" y="1764"/>
                  <a:pt x="1600" y="1670"/>
                </a:cubicBezTo>
                <a:lnTo>
                  <a:pt x="1600" y="9643"/>
                </a:lnTo>
                <a:cubicBezTo>
                  <a:pt x="3747" y="9753"/>
                  <a:pt x="4949" y="10074"/>
                  <a:pt x="5600" y="10400"/>
                </a:cubicBezTo>
                <a:lnTo>
                  <a:pt x="5600" y="2507"/>
                </a:lnTo>
                <a:close/>
                <a:moveTo>
                  <a:pt x="11200" y="1670"/>
                </a:moveTo>
                <a:cubicBezTo>
                  <a:pt x="9940" y="1764"/>
                  <a:pt x="8232" y="1982"/>
                  <a:pt x="7200" y="2506"/>
                </a:cubicBezTo>
                <a:lnTo>
                  <a:pt x="7200" y="10400"/>
                </a:lnTo>
                <a:cubicBezTo>
                  <a:pt x="7851" y="10074"/>
                  <a:pt x="9052" y="9753"/>
                  <a:pt x="11200" y="9644"/>
                </a:cubicBezTo>
                <a:lnTo>
                  <a:pt x="11200" y="167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txBody>
          <a:bodyPr lIns="68580" tIns="34290" rIns="68580" bIns="34290"/>
          <a:lstStyle>
            <a:defPPr>
              <a:defRPr lang="zh-CN">
                <a:ea typeface="微软雅黑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99">
              <a:solidFill>
                <a:prstClr val="black"/>
              </a:solidFill>
              <a:latin typeface="Arial" panose="020b0604020202020204" pitchFamily="34" charset="0"/>
              <a:ea typeface="微软雅黑" panose="020b06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74264"/>
      </p:ext>
    </p:extLst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7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9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35074839"/>
      </p:ext>
    </p:extLst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8_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099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8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97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63DB197-84B0-484E-9C0F-88358ECCB797}" type="datetimeFigureOut">
              <a:rPr lang="zh-CN" altLang="en-US" smtClean="0">
                <a:solidFill>
                  <a:prstClr val="black"/>
                </a:solidFill>
                <a:ea typeface="微软雅黑"/>
              </a:rPr>
              <a:t>2025/4/15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077DA78-E013-4A8C-AD75-63A150561B10}" type="slidenum">
              <a:rPr lang="zh-CN" altLang="en-US" smtClean="0">
                <a:solidFill>
                  <a:prstClr val="black"/>
                </a:solidFill>
                <a:ea typeface="微软雅黑"/>
              </a:rPr>
              <a:t>‹#›</a:t>
            </a:fld>
            <a:endParaRPr lang="zh-CN" altLang="en-US">
              <a:solidFill>
                <a:prstClr val="black"/>
              </a:solidFill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75379795"/>
      </p:ext>
    </p:extLst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3_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02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1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0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219512"/>
      </p:ext>
    </p:extLst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userDrawn="1">
  <p:cSld name="4_节标题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05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4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3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" name="Rectangle 6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-9524" y="4775597"/>
            <a:ext cx="9172575" cy="3679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 panose="02010509060101010101" pitchFamily="49" charset="-122"/>
            </a:endParaRPr>
          </a:p>
        </p:txBody>
      </p:sp>
      <p:sp>
        <p:nvSpPr>
          <p:cNvPr id="12" name="Line 4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498476" y="641747"/>
            <a:ext cx="8147050" cy="1191"/>
          </a:xfrm>
          <a:prstGeom prst="line">
            <a:avLst/>
          </a:prstGeom>
          <a:noFill/>
          <a:ln w="9525" cap="rnd" cmpd="sng">
            <a:solidFill>
              <a:schemeClr val="tx1"/>
            </a:solidFill>
            <a:prstDash val="lgDash"/>
            <a:round/>
          </a:ln>
          <a:effectLst/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zh-CN" altLang="en-US" sz="1350">
              <a:solidFill>
                <a:prstClr val="black"/>
              </a:solidFill>
              <a:latin typeface="幼圆" panose="02010509060101010101" pitchFamily="49" charset="-122"/>
              <a:ea typeface="微软雅黑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585389"/>
      </p:ext>
    </p:extLst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11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0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09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21123670"/>
      </p:ext>
    </p:extLst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14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3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2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9832" y="170251"/>
            <a:ext cx="8643376" cy="544765"/>
          </a:xfrm>
        </p:spPr>
        <p:txBody>
          <a:bodyPr>
            <a:spAutoFit/>
          </a:bodyPr>
          <a:lstStyle>
            <a:lvl1pPr marL="0" indent="540544" algn="just" hangingPunct="0">
              <a:lnSpc>
                <a:spcPct val="140000"/>
              </a:lnSpc>
              <a:spcBef>
                <a:spcPct val="0"/>
              </a:spcBef>
              <a:buFontTx/>
              <a:buNone/>
              <a:tabLst>
                <a:tab pos="4038600"/>
                <a:tab pos="6858000"/>
              </a:tabLst>
              <a:defRPr sz="2100" b="1">
                <a:latin typeface="+mj-lt"/>
                <a:ea typeface="微软雅黑"/>
              </a:defRPr>
            </a:lvl1pPr>
            <a:lvl2pPr marL="342900" indent="0">
              <a:buFontTx/>
              <a:buNone/>
              <a:defRPr sz="2100" b="1">
                <a:ea typeface="微软雅黑"/>
              </a:defRPr>
            </a:lvl2pPr>
            <a:lvl3pPr marL="685800" indent="0">
              <a:buFontTx/>
              <a:buNone/>
              <a:defRPr sz="2100" b="1">
                <a:ea typeface="微软雅黑"/>
              </a:defRPr>
            </a:lvl3pPr>
            <a:lvl4pPr marL="1028700" indent="0">
              <a:buFontTx/>
              <a:buNone/>
              <a:defRPr sz="2100" b="1">
                <a:ea typeface="微软雅黑"/>
              </a:defRPr>
            </a:lvl4pPr>
            <a:lvl5pPr marL="1371600" indent="0">
              <a:buFontTx/>
              <a:buNone/>
              <a:defRPr sz="2100" b="1">
                <a:ea typeface="微软雅黑"/>
              </a:defRPr>
            </a:lvl5pPr>
          </a:lstStyle>
          <a:p>
            <a:pPr lvl="0"/>
            <a:r>
              <a:rPr lang="zh-CN" altLang="en-US">
                <a:ea typeface="微软雅黑"/>
              </a:rPr>
              <a:t>单击此处编辑母版文本样式</a:t>
            </a:r>
          </a:p>
        </p:txBody>
      </p:sp>
      <p:sp>
        <p:nvSpPr>
          <p:cNvPr id="12" name="动作按钮: 结束 1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3" name="动作按钮: 开始 1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4" name="动作按钮: 后退或前一项 1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5" name="动作按钮: 前进或下一项 1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16" name="圆角矩形 15">
            <a:hlinkClick action="ppaction://noaction"/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  <p:grpSp>
        <p:nvGrpSpPr>
          <p:cNvPr id="9" name="组合 5"/>
          <p:cNvGrpSpPr/>
          <p:nvPr userDrawn="1">
            <p:custDataLst>
              <p:tags r:id="rId8"/>
            </p:custDataLst>
          </p:nvPr>
        </p:nvGrpSpPr>
        <p:grpSpPr>
          <a:xfrm>
            <a:off x="-136976" y="-175022"/>
            <a:ext cx="612221" cy="498872"/>
            <a:chOff x="-182231" y="-233351"/>
            <a:chExt cx="813110" cy="664459"/>
          </a:xfrm>
        </p:grpSpPr>
        <p:sp>
          <p:nvSpPr>
            <p:cNvPr id="10" name="圆角矩形 116"/>
            <p:cNvSpPr/>
            <p:nvPr userDrawn="1">
              <p:custDataLst>
                <p:tags r:id="rId9"/>
              </p:custDataLst>
            </p:nvPr>
          </p:nvSpPr>
          <p:spPr>
            <a:xfrm rot="2700000">
              <a:off x="202442" y="-233616"/>
              <a:ext cx="428172" cy="428702"/>
            </a:xfrm>
            <a:custGeom>
              <a:rect l="l" t="t" r="r" b="b"/>
              <a:pathLst>
                <a:path w="428602" h="428602">
                  <a:moveTo>
                    <a:pt x="0" y="428602"/>
                  </a:moveTo>
                  <a:lnTo>
                    <a:pt x="428602" y="0"/>
                  </a:lnTo>
                  <a:lnTo>
                    <a:pt x="428602" y="308586"/>
                  </a:lnTo>
                  <a:cubicBezTo>
                    <a:pt x="428602" y="374869"/>
                    <a:pt x="374869" y="428602"/>
                    <a:pt x="308586" y="428602"/>
                  </a:cubicBezTo>
                  <a:close/>
                </a:path>
              </a:pathLst>
            </a:custGeom>
            <a:solidFill>
              <a:srgbClr val="FF660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ea typeface="微软雅黑"/>
              </a:endParaRPr>
            </a:p>
          </p:txBody>
        </p:sp>
        <p:sp>
          <p:nvSpPr>
            <p:cNvPr id="11" name="圆角矩形 117"/>
            <p:cNvSpPr/>
            <p:nvPr userDrawn="1">
              <p:custDataLst>
                <p:tags r:id="rId10"/>
              </p:custDataLst>
            </p:nvPr>
          </p:nvSpPr>
          <p:spPr>
            <a:xfrm rot="2700000">
              <a:off x="-182640" y="98495"/>
              <a:ext cx="333022" cy="332205"/>
            </a:xfrm>
            <a:custGeom>
              <a:rect l="l" t="t" r="r" b="b"/>
              <a:pathLst>
                <a:path w="332713" h="332713">
                  <a:moveTo>
                    <a:pt x="0" y="0"/>
                  </a:moveTo>
                  <a:lnTo>
                    <a:pt x="212697" y="0"/>
                  </a:lnTo>
                  <a:cubicBezTo>
                    <a:pt x="278980" y="0"/>
                    <a:pt x="332713" y="53733"/>
                    <a:pt x="332713" y="120016"/>
                  </a:cubicBezTo>
                  <a:lnTo>
                    <a:pt x="332713" y="332713"/>
                  </a:lnTo>
                  <a:close/>
                </a:path>
              </a:pathLst>
            </a:custGeom>
            <a:solidFill>
              <a:srgbClr val="0070C0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100" noProof="1">
                <a:solidFill>
                  <a:prstClr val="white"/>
                </a:solidFill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221459"/>
      </p:ext>
    </p:extLst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垂直排列标题与文本">
    <p:bg>
      <p:bgPr>
        <a:blipFill dpi="0" rotWithShape="1">
          <a:blip r:embed="rId7">
            <a:lum/>
          </a:blip>
          <a:stretch>
            <a:fillRect/>
          </a:stretch>
        </a:blipFill>
        <a:effectLst/>
        <a:solidFill>
          <a:srgbClr val="FAF7F0"/>
        </a:solidFill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17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6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5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动作按钮: 结束 1">
            <a:hlinkClick action="ppaction://hlinkshowjump?jump=lastslide"/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8914119" y="4894660"/>
            <a:ext cx="161988" cy="161925"/>
          </a:xfrm>
          <a:prstGeom prst="actionButtonEnd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3" name="动作按钮: 开始 2">
            <a:hlinkClick action="ppaction://hlinkshowjump?jump=firstslide"/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245402" y="4894660"/>
            <a:ext cx="161988" cy="161925"/>
          </a:xfrm>
          <a:prstGeom prst="actionButtonBeginning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4" name="动作按钮: 后退或前一项 3">
            <a:hlinkClick action="ppaction://hlinkshowjump?jump=previousslide"/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526500" y="4894660"/>
            <a:ext cx="163179" cy="161925"/>
          </a:xfrm>
          <a:prstGeom prst="actionButtonBackPrevious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5" name="动作按钮: 前进或下一项 4">
            <a:hlinkClick action="ppaction://hlinkshowjump?jump=nextslide"/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8631832" y="4894660"/>
            <a:ext cx="163179" cy="161925"/>
          </a:xfrm>
          <a:prstGeom prst="actionButtonForwardNext">
            <a:avLst/>
          </a:prstGeom>
          <a:solidFill>
            <a:srgbClr val="D9D9D9"/>
          </a:solidFill>
          <a:ln w="15875">
            <a:solidFill>
              <a:srgbClr val="FFFFFF"/>
            </a:solidFill>
            <a:rou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100" noProof="1">
              <a:solidFill>
                <a:srgbClr val="FF0000"/>
              </a:solidFill>
              <a:ea typeface="微软雅黑"/>
            </a:endParaRPr>
          </a:p>
        </p:txBody>
      </p:sp>
      <p:sp>
        <p:nvSpPr>
          <p:cNvPr id="6" name="圆角矩形 5">
            <a:hlinkClick action="ppaction://noaction"/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7804024" y="4888707"/>
            <a:ext cx="717036" cy="189310"/>
          </a:xfrm>
          <a:prstGeom prst="roundRect">
            <a:avLst>
              <a:gd name="adj" fmla="val 22713"/>
            </a:avLst>
          </a:prstGeom>
          <a:solidFill>
            <a:srgbClr val="D9D9D9"/>
          </a:solidFill>
          <a:ln w="12700">
            <a:solidFill>
              <a:srgbClr val="FFFFFF"/>
            </a:solidFill>
            <a:round/>
          </a:ln>
        </p:spPr>
        <p:txBody>
          <a:bodyPr tIns="54000" bIns="54000" anchor="ctr"/>
          <a:lstStyle/>
          <a:p>
            <a:pPr algn="ctr">
              <a:defRPr>
                <a:ea typeface="微软雅黑"/>
              </a:defRPr>
            </a:pPr>
            <a:r>
              <a:rPr lang="zh-CN" altLang="en-US" sz="1050">
                <a:solidFill>
                  <a:prstClr val="black"/>
                </a:solidFill>
                <a:latin typeface="华文中宋" panose="02010600040101010101" pitchFamily="2" charset="-122"/>
                <a:ea typeface="微软雅黑" panose="02010600040101010101" pitchFamily="2" charset="-122"/>
              </a:rPr>
              <a:t>内容索引</a:t>
            </a:r>
          </a:p>
        </p:txBody>
      </p:sp>
    </p:spTree>
    <p:extLst>
      <p:ext uri="{BB962C8B-B14F-4D97-AF65-F5344CB8AC3E}">
        <p14:creationId xmlns:p14="http://schemas.microsoft.com/office/powerpoint/2010/main" val="2175210052"/>
      </p:ext>
    </p:extLst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>
  <p:cSld name="1_标题和内容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10120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9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18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734" y="205979"/>
            <a:ext cx="8228533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>
                <a:ea typeface="微软雅黑"/>
              </a:rPr>
              <a:t>第二级</a:t>
            </a:r>
          </a:p>
          <a:p>
            <a:pPr lvl="2"/>
            <a:r>
              <a:rPr lang="zh-CN" altLang="en-US">
                <a:ea typeface="微软雅黑"/>
              </a:rPr>
              <a:t>第三级</a:t>
            </a:r>
          </a:p>
          <a:p>
            <a:pPr lvl="3"/>
            <a:r>
              <a:rPr lang="zh-CN" altLang="en-US">
                <a:ea typeface="微软雅黑"/>
              </a:rPr>
              <a:t>第四级</a:t>
            </a:r>
          </a:p>
          <a:p>
            <a:pPr lvl="4"/>
            <a:r>
              <a:rPr lang="zh-CN" altLang="en-US">
                <a:ea typeface="微软雅黑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9227330"/>
      </p:ext>
    </p:extLst>
  </p:cSld>
  <p:clrMapOvr>
    <a:masterClrMapping/>
  </p:clrMapOvr>
  <p:transition>
    <p:random/>
  </p:transition>
  <p:timing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tags" Target="../tags/tag125.xml"/><Relationship Id="rId41" Type="http://schemas.openxmlformats.org/officeDocument/2006/relationships/image" Target="../media/image2.png"/><Relationship Id="rId42" Type="http://schemas.microsoft.com/office/2007/relationships/hdphoto" Target="../media/image3.wdp"/><Relationship Id="rId43" Type="http://schemas.openxmlformats.org/officeDocument/2006/relationships/tags" Target="../tags/tag126.xml"/><Relationship Id="rId44" Type="http://schemas.openxmlformats.org/officeDocument/2006/relationships/tags" Target="../tags/tag127.xml"/><Relationship Id="rId46" Type="http://schemas.openxmlformats.org/officeDocument/2006/relationships/image" Target="../media/image4.png"/><Relationship Id="rId47" Type="http://schemas.openxmlformats.org/officeDocument/2006/relationships/tags" Target="../tags/tag128.xml"/><Relationship Id="rId4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Relationship Id="rId10" Type="http://schemas.openxmlformats.org/officeDocument/2006/relationships/tags" Target="../tags/tag154.xml"/><Relationship Id="rId12" Type="http://schemas.openxmlformats.org/officeDocument/2006/relationships/image" Target="../media/image4.png"/><Relationship Id="rId13" Type="http://schemas.openxmlformats.org/officeDocument/2006/relationships/tags" Target="../tags/tag155.xml"/><Relationship Id="rId14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tags" Target="../tags/tag149.xml"/><Relationship Id="rId6" Type="http://schemas.openxmlformats.org/officeDocument/2006/relationships/tags" Target="../tags/tag150.xml"/><Relationship Id="rId7" Type="http://schemas.openxmlformats.org/officeDocument/2006/relationships/tags" Target="../tags/tag151.xml"/><Relationship Id="rId8" Type="http://schemas.openxmlformats.org/officeDocument/2006/relationships/tags" Target="../tags/tag152.xml"/><Relationship Id="rId9" Type="http://schemas.openxmlformats.org/officeDocument/2006/relationships/tags" Target="../tags/tag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  <a:srgbClr val="FAF7F0"/>
        </a:solidFill>
        <a:effectLst/>
      </p:bgPr>
    </p:bg>
    <p:spTree>
      <p:nvGrpSpPr>
        <p:cNvPr id="1" name=""/>
        <p:cNvGrpSpPr/>
        <p:nvPr>
          <p:custDataLst>
            <p:tags r:id="rId40"/>
          </p:custDataLst>
        </p:nvPr>
      </p:nvGrpSpPr>
      <p:grpSpPr>
        <a:xfrm>
          <a:off x="0" y="0"/>
          <a:ext cx="0" cy="0"/>
        </a:xfrm>
      </p:grpSpPr>
      <p:sp>
        <p:nvSpPr>
          <p:cNvPr id="10003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2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1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4" name="矩形 13"/>
          <p:cNvSpPr/>
          <p:nvPr userDrawn="1">
            <p:custDataLst>
              <p:tags r:id="rId44"/>
            </p:custDataLst>
          </p:nvPr>
        </p:nvSpPr>
        <p:spPr>
          <a:xfrm>
            <a:off x="-812" y="484094"/>
            <a:ext cx="9144000" cy="79104"/>
          </a:xfrm>
          <a:prstGeom prst="rect">
            <a:avLst/>
          </a:prstGeom>
          <a:solidFill>
            <a:schemeClr val="bg1">
              <a:alpha val="61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>
              <a:solidFill>
                <a:srgbClr val="FFFFFF"/>
              </a:solidFill>
              <a:ea typeface="微软雅黑"/>
            </a:endParaRPr>
          </a:p>
        </p:txBody>
      </p:sp>
      <p:pic>
        <p:nvPicPr>
          <p:cNvPr id="15" name="图片 1073743875" descr="学科网 zxxk.com" title="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6" r:link="rId4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97360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58" r:id="rId29"/>
    <p:sldLayoutId id="2147483959" r:id="rId30"/>
    <p:sldLayoutId id="2147483960" r:id="rId31"/>
    <p:sldLayoutId id="2147484027" r:id="rId32"/>
    <p:sldLayoutId id="2147483936" r:id="rId33"/>
    <p:sldLayoutId id="2147483937" r:id="rId34"/>
    <p:sldLayoutId id="2147483938" r:id="rId35"/>
    <p:sldLayoutId id="2147483940" r:id="rId36"/>
    <p:sldLayoutId id="2147483941" r:id="rId37"/>
    <p:sldLayoutId id="2147483942" r:id="rId38"/>
    <p:sldLayoutId id="2147483943" r:id="rId39"/>
  </p:sldLayoutIdLst>
  <p:transition/>
  <p:timing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微软雅黑"/>
          <a:cs typeface="+mj-cs"/>
        </a:defRPr>
      </a:lvl1pPr>
    </p:titleStyle>
    <p:bodyStyle>
      <a:lvl1pPr marL="361950" indent="-361950" algn="l" defTabSz="514350" rtl="0" eaLnBrk="1" latinLnBrk="0" hangingPunct="1">
        <a:lnSpc>
          <a:spcPct val="90000"/>
        </a:lnSpc>
        <a:spcBef>
          <a:spcPts val="1013"/>
        </a:spcBef>
        <a:buClr>
          <a:schemeClr val="accent1"/>
        </a:buClr>
        <a:buSzPct val="75000"/>
        <a:buFont typeface="Wingdings" panose="05000000000000000000" pitchFamily="2" charset="2"/>
        <a:buChar char=""/>
        <a:defRPr sz="1999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514350" rtl="0" eaLnBrk="1" latinLnBrk="0" hangingPunct="1">
        <a:lnSpc>
          <a:spcPct val="130000"/>
        </a:lnSpc>
        <a:spcBef>
          <a:spcPct val="0"/>
        </a:spcBef>
        <a:buFont typeface="Calibri" panose="020f0502020204030204" pitchFamily="34" charset="0"/>
        <a:buChar char=" "/>
        <a:defRPr sz="1601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ea typeface="微软雅黑"/>
        </a:defRPr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5"/>
          </p:custDataLst>
        </p:nvPr>
      </p:nvGrpSpPr>
      <p:grpSpPr>
        <a:xfrm>
          <a:off x="0" y="0"/>
          <a:ext cx="0" cy="0"/>
        </a:xfrm>
      </p:grpSpPr>
      <p:sp>
        <p:nvSpPr>
          <p:cNvPr id="10006" name="SkinTitleRule"/>
          <p:cNvSpPr/>
          <p:nvPr/>
        </p:nvSpPr>
        <p:spPr>
          <a:xfrm>
            <a:off x="777240" y="632650"/>
            <a:ext cx="1463040" cy="2057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5" name="SkinDot"/>
          <p:cNvSpPr/>
          <p:nvPr/>
        </p:nvSpPr>
        <p:spPr>
          <a:xfrm>
            <a:off x="548640" y="576072"/>
            <a:ext cx="109728" cy="113157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04" name="SkinSpine"/>
          <p:cNvSpPr/>
          <p:nvPr/>
        </p:nvSpPr>
        <p:spPr>
          <a:xfrm>
            <a:off x="0" y="0"/>
            <a:ext cx="100584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auto">
          <a:xfrm>
            <a:off x="457379" y="205979"/>
            <a:ext cx="822924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ea typeface="微软雅黑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 bwMode="auto">
          <a:xfrm>
            <a:off x="457379" y="1200151"/>
            <a:ext cx="8229243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ea typeface="微软雅黑"/>
              </a:rPr>
              <a:t>单击此处编辑母版文本样式</a:t>
            </a:r>
          </a:p>
          <a:p>
            <a:pPr lvl="1"/>
            <a:r>
              <a:rPr lang="zh-CN" altLang="en-US">
                <a:ea typeface="微软雅黑"/>
              </a:rPr>
              <a:t>第二级</a:t>
            </a:r>
          </a:p>
          <a:p>
            <a:pPr lvl="2"/>
            <a:r>
              <a:rPr lang="zh-CN" altLang="en-US">
                <a:ea typeface="微软雅黑"/>
              </a:rPr>
              <a:t>第三级</a:t>
            </a:r>
          </a:p>
          <a:p>
            <a:pPr lvl="3"/>
            <a:r>
              <a:rPr lang="zh-CN" altLang="en-US">
                <a:ea typeface="微软雅黑"/>
              </a:rPr>
              <a:t>第四级</a:t>
            </a:r>
          </a:p>
          <a:p>
            <a:pPr lvl="4"/>
            <a:r>
              <a:rPr lang="zh-CN" altLang="en-US">
                <a:ea typeface="微软雅黑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7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>
                <a:ea typeface="微软雅黑"/>
              </a:defRPr>
            </a:pPr>
            <a:fld id="{C04D473F-CE62-4D88-BB57-902389167DDD}" type="datetimeFigureOut">
              <a:rPr lang="zh-CN" altLang="en-US">
                <a:solidFill>
                  <a:prstClr val="black">
                    <a:tint val="75000"/>
                  </a:prstClr>
                </a:solidFill>
                <a:ea typeface="微软雅黑"/>
              </a:rPr>
              <a:pPr>
                <a:defRPr>
                  <a:ea typeface="微软雅黑"/>
                </a:defRPr>
              </a:pPr>
              <a:t>2025/4/15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124230" y="4767263"/>
            <a:ext cx="28955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>
                <a:ea typeface="微软雅黑"/>
              </a:defRPr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53379" y="4767263"/>
            <a:ext cx="213324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ct val="0"/>
              </a:spcBef>
              <a:spcAft>
                <a:spcPct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>
                <a:ea typeface="微软雅黑"/>
              </a:defRPr>
            </a:pPr>
            <a:fld id="{09DD9D89-7625-44F6-AB13-0BFB93E008E3}" type="slidenum">
              <a:rPr lang="zh-CN" altLang="en-US">
                <a:solidFill>
                  <a:prstClr val="black">
                    <a:tint val="75000"/>
                  </a:prstClr>
                </a:solidFill>
                <a:ea typeface="微软雅黑"/>
              </a:rPr>
              <a:pPr>
                <a:defRPr>
                  <a:ea typeface="微软雅黑"/>
                </a:defRPr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</a:endParaRPr>
          </a:p>
        </p:txBody>
      </p:sp>
      <p:pic>
        <p:nvPicPr>
          <p:cNvPr id="1028" name="图片 1073743875" descr="学科网 zxxk.com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 r:link="rId11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156054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</p:sldLayoutIdLst>
  <p:transition/>
  <p:timing/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10609060101010101" pitchFamily="2" charset="-122"/>
          <a:ea typeface="微软雅黑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10609060101010101" pitchFamily="2" charset="-122"/>
          <a:ea typeface="微软雅黑" panose="02010600030101010101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2400" kern="1200">
          <a:solidFill>
            <a:schemeClr val="tx1"/>
          </a:solidFill>
          <a:latin typeface="Arial" panose="02010609060101010101" pitchFamily="2" charset="-122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2100" kern="1200">
          <a:solidFill>
            <a:schemeClr val="tx1"/>
          </a:solidFill>
          <a:latin typeface="Arial" panose="02010609060101010101" pitchFamily="2" charset="-122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•"/>
        <a:defRPr sz="1800" kern="1200">
          <a:solidFill>
            <a:schemeClr val="tx1"/>
          </a:solidFill>
          <a:latin typeface="Arial" panose="02010609060101010101" pitchFamily="2" charset="-122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1500" kern="1200">
          <a:solidFill>
            <a:schemeClr val="tx1"/>
          </a:solidFill>
          <a:latin typeface="Arial" panose="02010609060101010101" pitchFamily="2" charset="-122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Times New Roman" panose="02020603050405020304" pitchFamily="18" charset="0"/>
        <a:buChar char="»"/>
        <a:defRPr sz="1500" kern="1200">
          <a:solidFill>
            <a:schemeClr val="tx1"/>
          </a:solidFill>
          <a:latin typeface="Arial" panose="02010609060101010101" pitchFamily="2" charset="-122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>
          <a:ea typeface="微软雅黑"/>
        </a:defRPr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tags" Target="../tags/tag174.xml"/><Relationship Id="rId11" Type="http://schemas.openxmlformats.org/officeDocument/2006/relationships/tags" Target="../tags/tag175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5" Type="http://schemas.openxmlformats.org/officeDocument/2006/relationships/tags" Target="../tags/tag170.xml"/><Relationship Id="rId6" Type="http://schemas.openxmlformats.org/officeDocument/2006/relationships/tags" Target="../tags/tag171.xml"/><Relationship Id="rId7" Type="http://schemas.openxmlformats.org/officeDocument/2006/relationships/tags" Target="../tags/tag172.xml"/><Relationship Id="rId8" Type="http://schemas.openxmlformats.org/officeDocument/2006/relationships/tags" Target="../tags/tag173.xml"/><Relationship Id="rId9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3" Type="http://schemas.openxmlformats.org/officeDocument/2006/relationships/image" Target="../media/image8.png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tags" Target="../tags/tag179.xml"/><Relationship Id="rId7" Type="http://schemas.openxmlformats.org/officeDocument/2006/relationships/tags" Target="../tags/tag180.xml"/><Relationship Id="rId8" Type="http://schemas.openxmlformats.org/officeDocument/2006/relationships/tags" Target="../tags/tag18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0.jpeg"/><Relationship Id="rId11" Type="http://schemas.openxmlformats.org/officeDocument/2006/relationships/tags" Target="../tags/tag192.xml"/><Relationship Id="rId12" Type="http://schemas.openxmlformats.org/officeDocument/2006/relationships/image" Target="../media/image11.png"/><Relationship Id="rId13" Type="http://schemas.openxmlformats.org/officeDocument/2006/relationships/tags" Target="../tags/tag193.xml"/><Relationship Id="rId14" Type="http://schemas.openxmlformats.org/officeDocument/2006/relationships/image" Target="../media/image12.png"/><Relationship Id="rId15" Type="http://schemas.openxmlformats.org/officeDocument/2006/relationships/tags" Target="../tags/tag194.xml"/><Relationship Id="rId16" Type="http://schemas.openxmlformats.org/officeDocument/2006/relationships/image" Target="../media/image13.png"/><Relationship Id="rId17" Type="http://schemas.openxmlformats.org/officeDocument/2006/relationships/tags" Target="../tags/tag195.xml"/><Relationship Id="rId18" Type="http://schemas.openxmlformats.org/officeDocument/2006/relationships/tags" Target="../tags/tag196.xml"/><Relationship Id="rId19" Type="http://schemas.openxmlformats.org/officeDocument/2006/relationships/tags" Target="../tags/tag197.xml"/><Relationship Id="rId2" Type="http://schemas.openxmlformats.org/officeDocument/2006/relationships/notesSlide" Target="../notesSlides/notesSlide1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image" Target="../media/image9.jpeg"/><Relationship Id="rId9" Type="http://schemas.openxmlformats.org/officeDocument/2006/relationships/tags" Target="../tags/tag19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10" Type="http://schemas.openxmlformats.org/officeDocument/2006/relationships/tags" Target="../tags/tag205.xml"/><Relationship Id="rId11" Type="http://schemas.openxmlformats.org/officeDocument/2006/relationships/tags" Target="../tags/tag206.xml"/><Relationship Id="rId12" Type="http://schemas.openxmlformats.org/officeDocument/2006/relationships/tags" Target="../tags/tag207.xml"/><Relationship Id="rId13" Type="http://schemas.openxmlformats.org/officeDocument/2006/relationships/tags" Target="../tags/tag208.xml"/><Relationship Id="rId14" Type="http://schemas.openxmlformats.org/officeDocument/2006/relationships/tags" Target="../tags/tag209.xml"/><Relationship Id="rId15" Type="http://schemas.openxmlformats.org/officeDocument/2006/relationships/tags" Target="../tags/tag210.xml"/><Relationship Id="rId2" Type="http://schemas.openxmlformats.org/officeDocument/2006/relationships/tags" Target="../tags/tag198.xml"/><Relationship Id="rId3" Type="http://schemas.openxmlformats.org/officeDocument/2006/relationships/image" Target="../media/image14.gif"/><Relationship Id="rId4" Type="http://schemas.openxmlformats.org/officeDocument/2006/relationships/tags" Target="../tags/tag199.xml"/><Relationship Id="rId5" Type="http://schemas.openxmlformats.org/officeDocument/2006/relationships/tags" Target="../tags/tag200.xml"/><Relationship Id="rId6" Type="http://schemas.openxmlformats.org/officeDocument/2006/relationships/tags" Target="../tags/tag201.xml"/><Relationship Id="rId7" Type="http://schemas.openxmlformats.org/officeDocument/2006/relationships/tags" Target="../tags/tag202.xml"/><Relationship Id="rId8" Type="http://schemas.openxmlformats.org/officeDocument/2006/relationships/tags" Target="../tags/tag203.xml"/><Relationship Id="rId9" Type="http://schemas.openxmlformats.org/officeDocument/2006/relationships/tags" Target="../tags/tag20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tags" Target="../tags/tag215.xml"/><Relationship Id="rId4" Type="http://schemas.openxmlformats.org/officeDocument/2006/relationships/tags" Target="../tags/tag216.xml"/><Relationship Id="rId5" Type="http://schemas.openxmlformats.org/officeDocument/2006/relationships/tags" Target="../tags/tag217.xml"/><Relationship Id="rId6" Type="http://schemas.openxmlformats.org/officeDocument/2006/relationships/tags" Target="../tags/tag218.xml"/><Relationship Id="rId7" Type="http://schemas.openxmlformats.org/officeDocument/2006/relationships/tags" Target="../tags/tag219.xml"/><Relationship Id="rId8" Type="http://schemas.openxmlformats.org/officeDocument/2006/relationships/tags" Target="../tags/tag220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ags" Target="../tags/tag221.xml"/><Relationship Id="rId3" Type="http://schemas.openxmlformats.org/officeDocument/2006/relationships/tags" Target="../tags/tag222.xml"/><Relationship Id="rId4" Type="http://schemas.openxmlformats.org/officeDocument/2006/relationships/tags" Target="../tags/tag223.xml"/><Relationship Id="rId5" Type="http://schemas.openxmlformats.org/officeDocument/2006/relationships/tags" Target="../tags/tag224.xml"/><Relationship Id="rId6" Type="http://schemas.openxmlformats.org/officeDocument/2006/relationships/tags" Target="../tags/tag22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tags" Target="../tags/tag240.xml"/><Relationship Id="rId17" Type="http://schemas.openxmlformats.org/officeDocument/2006/relationships/tags" Target="../tags/tag241.xml"/><Relationship Id="rId18" Type="http://schemas.openxmlformats.org/officeDocument/2006/relationships/tags" Target="../tags/tag242.xml"/><Relationship Id="rId19" Type="http://schemas.openxmlformats.org/officeDocument/2006/relationships/tags" Target="../tags/tag243.xml"/><Relationship Id="rId2" Type="http://schemas.openxmlformats.org/officeDocument/2006/relationships/tags" Target="../tags/tag226.xml"/><Relationship Id="rId20" Type="http://schemas.openxmlformats.org/officeDocument/2006/relationships/tags" Target="../tags/tag244.xml"/><Relationship Id="rId21" Type="http://schemas.openxmlformats.org/officeDocument/2006/relationships/tags" Target="../tags/tag245.xml"/><Relationship Id="rId22" Type="http://schemas.openxmlformats.org/officeDocument/2006/relationships/tags" Target="../tags/tag246.xml"/><Relationship Id="rId23" Type="http://schemas.openxmlformats.org/officeDocument/2006/relationships/tags" Target="../tags/tag247.xml"/><Relationship Id="rId24" Type="http://schemas.openxmlformats.org/officeDocument/2006/relationships/tags" Target="../tags/tag248.xml"/><Relationship Id="rId25" Type="http://schemas.openxmlformats.org/officeDocument/2006/relationships/tags" Target="../tags/tag249.xml"/><Relationship Id="rId26" Type="http://schemas.openxmlformats.org/officeDocument/2006/relationships/tags" Target="../tags/tag250.xml"/><Relationship Id="rId27" Type="http://schemas.openxmlformats.org/officeDocument/2006/relationships/tags" Target="../tags/tag251.xml"/><Relationship Id="rId28" Type="http://schemas.openxmlformats.org/officeDocument/2006/relationships/tags" Target="../tags/tag252.xml"/><Relationship Id="rId29" Type="http://schemas.openxmlformats.org/officeDocument/2006/relationships/tags" Target="../tags/tag253.xml"/><Relationship Id="rId3" Type="http://schemas.openxmlformats.org/officeDocument/2006/relationships/tags" Target="../tags/tag227.xml"/><Relationship Id="rId30" Type="http://schemas.openxmlformats.org/officeDocument/2006/relationships/tags" Target="../tags/tag254.xml"/><Relationship Id="rId31" Type="http://schemas.openxmlformats.org/officeDocument/2006/relationships/tags" Target="../tags/tag255.xml"/><Relationship Id="rId32" Type="http://schemas.openxmlformats.org/officeDocument/2006/relationships/tags" Target="../tags/tag256.xml"/><Relationship Id="rId33" Type="http://schemas.openxmlformats.org/officeDocument/2006/relationships/tags" Target="../tags/tag257.xml"/><Relationship Id="rId34" Type="http://schemas.openxmlformats.org/officeDocument/2006/relationships/tags" Target="../tags/tag258.xml"/><Relationship Id="rId35" Type="http://schemas.openxmlformats.org/officeDocument/2006/relationships/tags" Target="../tags/tag259.xml"/><Relationship Id="rId36" Type="http://schemas.openxmlformats.org/officeDocument/2006/relationships/tags" Target="../tags/tag260.xml"/><Relationship Id="rId37" Type="http://schemas.openxmlformats.org/officeDocument/2006/relationships/tags" Target="../tags/tag261.xml"/><Relationship Id="rId38" Type="http://schemas.openxmlformats.org/officeDocument/2006/relationships/tags" Target="../tags/tag262.xml"/><Relationship Id="rId39" Type="http://schemas.openxmlformats.org/officeDocument/2006/relationships/tags" Target="../tags/tag263.xml"/><Relationship Id="rId4" Type="http://schemas.openxmlformats.org/officeDocument/2006/relationships/tags" Target="../tags/tag228.xml"/><Relationship Id="rId40" Type="http://schemas.openxmlformats.org/officeDocument/2006/relationships/tags" Target="../tags/tag264.xml"/><Relationship Id="rId41" Type="http://schemas.openxmlformats.org/officeDocument/2006/relationships/tags" Target="../tags/tag265.xml"/><Relationship Id="rId42" Type="http://schemas.openxmlformats.org/officeDocument/2006/relationships/tags" Target="../tags/tag266.xml"/><Relationship Id="rId43" Type="http://schemas.openxmlformats.org/officeDocument/2006/relationships/tags" Target="../tags/tag267.xml"/><Relationship Id="rId44" Type="http://schemas.openxmlformats.org/officeDocument/2006/relationships/tags" Target="../tags/tag268.xml"/><Relationship Id="rId45" Type="http://schemas.openxmlformats.org/officeDocument/2006/relationships/tags" Target="../tags/tag269.xml"/><Relationship Id="rId46" Type="http://schemas.openxmlformats.org/officeDocument/2006/relationships/tags" Target="../tags/tag270.xml"/><Relationship Id="rId47" Type="http://schemas.openxmlformats.org/officeDocument/2006/relationships/tags" Target="../tags/tag271.xml"/><Relationship Id="rId48" Type="http://schemas.openxmlformats.org/officeDocument/2006/relationships/tags" Target="../tags/tag272.xml"/><Relationship Id="rId49" Type="http://schemas.openxmlformats.org/officeDocument/2006/relationships/tags" Target="../tags/tag273.xml"/><Relationship Id="rId5" Type="http://schemas.openxmlformats.org/officeDocument/2006/relationships/tags" Target="../tags/tag229.xml"/><Relationship Id="rId50" Type="http://schemas.openxmlformats.org/officeDocument/2006/relationships/tags" Target="../tags/tag274.xml"/><Relationship Id="rId51" Type="http://schemas.openxmlformats.org/officeDocument/2006/relationships/tags" Target="../tags/tag275.xml"/><Relationship Id="rId52" Type="http://schemas.openxmlformats.org/officeDocument/2006/relationships/tags" Target="../tags/tag276.xml"/><Relationship Id="rId53" Type="http://schemas.openxmlformats.org/officeDocument/2006/relationships/tags" Target="../tags/tag277.xml"/><Relationship Id="rId54" Type="http://schemas.openxmlformats.org/officeDocument/2006/relationships/tags" Target="../tags/tag278.xml"/><Relationship Id="rId55" Type="http://schemas.openxmlformats.org/officeDocument/2006/relationships/tags" Target="../tags/tag279.xml"/><Relationship Id="rId56" Type="http://schemas.openxmlformats.org/officeDocument/2006/relationships/tags" Target="../tags/tag280.xml"/><Relationship Id="rId57" Type="http://schemas.openxmlformats.org/officeDocument/2006/relationships/tags" Target="../tags/tag281.xml"/><Relationship Id="rId58" Type="http://schemas.openxmlformats.org/officeDocument/2006/relationships/tags" Target="../tags/tag282.xml"/><Relationship Id="rId59" Type="http://schemas.openxmlformats.org/officeDocument/2006/relationships/tags" Target="../tags/tag283.xml"/><Relationship Id="rId6" Type="http://schemas.openxmlformats.org/officeDocument/2006/relationships/tags" Target="../tags/tag230.xml"/><Relationship Id="rId60" Type="http://schemas.openxmlformats.org/officeDocument/2006/relationships/tags" Target="../tags/tag284.xml"/><Relationship Id="rId61" Type="http://schemas.openxmlformats.org/officeDocument/2006/relationships/tags" Target="../tags/tag285.xml"/><Relationship Id="rId62" Type="http://schemas.openxmlformats.org/officeDocument/2006/relationships/tags" Target="../tags/tag286.xml"/><Relationship Id="rId63" Type="http://schemas.openxmlformats.org/officeDocument/2006/relationships/tags" Target="../tags/tag287.xml"/><Relationship Id="rId64" Type="http://schemas.openxmlformats.org/officeDocument/2006/relationships/tags" Target="../tags/tag288.xml"/><Relationship Id="rId65" Type="http://schemas.openxmlformats.org/officeDocument/2006/relationships/tags" Target="../tags/tag289.xml"/><Relationship Id="rId66" Type="http://schemas.openxmlformats.org/officeDocument/2006/relationships/tags" Target="../tags/tag290.xml"/><Relationship Id="rId67" Type="http://schemas.openxmlformats.org/officeDocument/2006/relationships/tags" Target="../tags/tag291.xml"/><Relationship Id="rId68" Type="http://schemas.openxmlformats.org/officeDocument/2006/relationships/tags" Target="../tags/tag292.xml"/><Relationship Id="rId69" Type="http://schemas.openxmlformats.org/officeDocument/2006/relationships/tags" Target="../tags/tag293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304.xml"/><Relationship Id="rId11" Type="http://schemas.openxmlformats.org/officeDocument/2006/relationships/tags" Target="../tags/tag305.xml"/><Relationship Id="rId12" Type="http://schemas.openxmlformats.org/officeDocument/2006/relationships/tags" Target="../tags/tag306.xml"/><Relationship Id="rId13" Type="http://schemas.openxmlformats.org/officeDocument/2006/relationships/tags" Target="../tags/tag307.xml"/><Relationship Id="rId14" Type="http://schemas.openxmlformats.org/officeDocument/2006/relationships/tags" Target="../tags/tag308.xml"/><Relationship Id="rId15" Type="http://schemas.openxmlformats.org/officeDocument/2006/relationships/tags" Target="../tags/tag309.xml"/><Relationship Id="rId16" Type="http://schemas.openxmlformats.org/officeDocument/2006/relationships/tags" Target="../tags/tag310.xml"/><Relationship Id="rId17" Type="http://schemas.openxmlformats.org/officeDocument/2006/relationships/tags" Target="../tags/tag311.xml"/><Relationship Id="rId18" Type="http://schemas.openxmlformats.org/officeDocument/2006/relationships/tags" Target="../tags/tag312.xml"/><Relationship Id="rId19" Type="http://schemas.openxmlformats.org/officeDocument/2006/relationships/tags" Target="../tags/tag313.xml"/><Relationship Id="rId2" Type="http://schemas.openxmlformats.org/officeDocument/2006/relationships/notesSlide" Target="../notesSlides/notesSlide3.xml"/><Relationship Id="rId3" Type="http://schemas.openxmlformats.org/officeDocument/2006/relationships/tags" Target="../tags/tag298.xml"/><Relationship Id="rId4" Type="http://schemas.openxmlformats.org/officeDocument/2006/relationships/tags" Target="../tags/tag299.xml"/><Relationship Id="rId5" Type="http://schemas.openxmlformats.org/officeDocument/2006/relationships/image" Target="../media/image15.png"/><Relationship Id="rId6" Type="http://schemas.openxmlformats.org/officeDocument/2006/relationships/tags" Target="../tags/tag300.xml"/><Relationship Id="rId7" Type="http://schemas.openxmlformats.org/officeDocument/2006/relationships/tags" Target="../tags/tag301.xml"/><Relationship Id="rId8" Type="http://schemas.openxmlformats.org/officeDocument/2006/relationships/tags" Target="../tags/tag302.xml"/><Relationship Id="rId9" Type="http://schemas.openxmlformats.org/officeDocument/2006/relationships/tags" Target="../tags/tag303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321.xml"/><Relationship Id="rId11" Type="http://schemas.openxmlformats.org/officeDocument/2006/relationships/tags" Target="../tags/tag322.xml"/><Relationship Id="rId12" Type="http://schemas.openxmlformats.org/officeDocument/2006/relationships/tags" Target="../tags/tag323.xml"/><Relationship Id="rId13" Type="http://schemas.openxmlformats.org/officeDocument/2006/relationships/tags" Target="../tags/tag324.xml"/><Relationship Id="rId14" Type="http://schemas.openxmlformats.org/officeDocument/2006/relationships/tags" Target="../tags/tag325.xml"/><Relationship Id="rId15" Type="http://schemas.openxmlformats.org/officeDocument/2006/relationships/tags" Target="../tags/tag326.xml"/><Relationship Id="rId2" Type="http://schemas.openxmlformats.org/officeDocument/2006/relationships/tags" Target="../tags/tag314.xml"/><Relationship Id="rId3" Type="http://schemas.openxmlformats.org/officeDocument/2006/relationships/tags" Target="../tags/tag315.xml"/><Relationship Id="rId4" Type="http://schemas.openxmlformats.org/officeDocument/2006/relationships/tags" Target="../tags/tag316.xml"/><Relationship Id="rId5" Type="http://schemas.openxmlformats.org/officeDocument/2006/relationships/tags" Target="../tags/tag317.xml"/><Relationship Id="rId6" Type="http://schemas.openxmlformats.org/officeDocument/2006/relationships/tags" Target="../tags/tag318.xml"/><Relationship Id="rId7" Type="http://schemas.openxmlformats.org/officeDocument/2006/relationships/tags" Target="../tags/tag319.xml"/><Relationship Id="rId8" Type="http://schemas.openxmlformats.org/officeDocument/2006/relationships/image" Target="../media/image16.png"/><Relationship Id="rId9" Type="http://schemas.openxmlformats.org/officeDocument/2006/relationships/tags" Target="../tags/tag320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9.jpeg"/><Relationship Id="rId11" Type="http://schemas.openxmlformats.org/officeDocument/2006/relationships/tags" Target="../tags/tag336.xml"/><Relationship Id="rId12" Type="http://schemas.openxmlformats.org/officeDocument/2006/relationships/tags" Target="../tags/tag337.xml"/><Relationship Id="rId13" Type="http://schemas.openxmlformats.org/officeDocument/2006/relationships/tags" Target="../tags/tag338.xml"/><Relationship Id="rId14" Type="http://schemas.openxmlformats.org/officeDocument/2006/relationships/tags" Target="../tags/tag339.xml"/><Relationship Id="rId15" Type="http://schemas.openxmlformats.org/officeDocument/2006/relationships/tags" Target="../tags/tag340.xml"/><Relationship Id="rId16" Type="http://schemas.openxmlformats.org/officeDocument/2006/relationships/tags" Target="../tags/tag341.xml"/><Relationship Id="rId17" Type="http://schemas.openxmlformats.org/officeDocument/2006/relationships/tags" Target="../tags/tag342.xml"/><Relationship Id="rId18" Type="http://schemas.openxmlformats.org/officeDocument/2006/relationships/tags" Target="../tags/tag343.xml"/><Relationship Id="rId19" Type="http://schemas.openxmlformats.org/officeDocument/2006/relationships/tags" Target="../tags/tag344.xml"/><Relationship Id="rId2" Type="http://schemas.openxmlformats.org/officeDocument/2006/relationships/notesSlide" Target="../notesSlides/notesSlide4.xml"/><Relationship Id="rId20" Type="http://schemas.openxmlformats.org/officeDocument/2006/relationships/tags" Target="../tags/tag345.xml"/><Relationship Id="rId21" Type="http://schemas.openxmlformats.org/officeDocument/2006/relationships/tags" Target="../tags/tag346.xml"/><Relationship Id="rId22" Type="http://schemas.openxmlformats.org/officeDocument/2006/relationships/tags" Target="../tags/tag347.xml"/><Relationship Id="rId23" Type="http://schemas.openxmlformats.org/officeDocument/2006/relationships/tags" Target="../tags/tag348.xml"/><Relationship Id="rId24" Type="http://schemas.openxmlformats.org/officeDocument/2006/relationships/tags" Target="../tags/tag349.xml"/><Relationship Id="rId25" Type="http://schemas.openxmlformats.org/officeDocument/2006/relationships/tags" Target="../tags/tag350.xml"/><Relationship Id="rId26" Type="http://schemas.openxmlformats.org/officeDocument/2006/relationships/tags" Target="../tags/tag351.xml"/><Relationship Id="rId3" Type="http://schemas.openxmlformats.org/officeDocument/2006/relationships/tags" Target="../tags/tag331.xml"/><Relationship Id="rId4" Type="http://schemas.openxmlformats.org/officeDocument/2006/relationships/tags" Target="../tags/tag332.xml"/><Relationship Id="rId5" Type="http://schemas.openxmlformats.org/officeDocument/2006/relationships/tags" Target="../tags/tag333.xml"/><Relationship Id="rId6" Type="http://schemas.openxmlformats.org/officeDocument/2006/relationships/image" Target="../media/image17.png"/><Relationship Id="rId7" Type="http://schemas.openxmlformats.org/officeDocument/2006/relationships/tags" Target="../tags/tag334.xml"/><Relationship Id="rId8" Type="http://schemas.openxmlformats.org/officeDocument/2006/relationships/image" Target="../media/image18.png"/><Relationship Id="rId9" Type="http://schemas.openxmlformats.org/officeDocument/2006/relationships/tags" Target="../tags/tag33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360.xml"/><Relationship Id="rId11" Type="http://schemas.openxmlformats.org/officeDocument/2006/relationships/tags" Target="../tags/tag361.xml"/><Relationship Id="rId12" Type="http://schemas.openxmlformats.org/officeDocument/2006/relationships/tags" Target="../tags/tag362.xml"/><Relationship Id="rId13" Type="http://schemas.openxmlformats.org/officeDocument/2006/relationships/tags" Target="../tags/tag363.xml"/><Relationship Id="rId14" Type="http://schemas.openxmlformats.org/officeDocument/2006/relationships/tags" Target="../tags/tag364.xml"/><Relationship Id="rId15" Type="http://schemas.openxmlformats.org/officeDocument/2006/relationships/tags" Target="../tags/tag365.xml"/><Relationship Id="rId16" Type="http://schemas.openxmlformats.org/officeDocument/2006/relationships/image" Target="../media/image20.gif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" Type="http://schemas.openxmlformats.org/officeDocument/2006/relationships/tags" Target="../tags/tag352.xml"/><Relationship Id="rId3" Type="http://schemas.openxmlformats.org/officeDocument/2006/relationships/tags" Target="../tags/tag353.xml"/><Relationship Id="rId4" Type="http://schemas.openxmlformats.org/officeDocument/2006/relationships/tags" Target="../tags/tag354.xml"/><Relationship Id="rId5" Type="http://schemas.openxmlformats.org/officeDocument/2006/relationships/tags" Target="../tags/tag355.xml"/><Relationship Id="rId6" Type="http://schemas.openxmlformats.org/officeDocument/2006/relationships/tags" Target="../tags/tag356.xml"/><Relationship Id="rId7" Type="http://schemas.openxmlformats.org/officeDocument/2006/relationships/tags" Target="../tags/tag357.xml"/><Relationship Id="rId8" Type="http://schemas.openxmlformats.org/officeDocument/2006/relationships/tags" Target="../tags/tag358.xml"/><Relationship Id="rId9" Type="http://schemas.openxmlformats.org/officeDocument/2006/relationships/tags" Target="../tags/tag35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377.xml"/><Relationship Id="rId11" Type="http://schemas.openxmlformats.org/officeDocument/2006/relationships/tags" Target="../tags/tag378.xml"/><Relationship Id="rId12" Type="http://schemas.openxmlformats.org/officeDocument/2006/relationships/tags" Target="../tags/tag379.xml"/><Relationship Id="rId13" Type="http://schemas.openxmlformats.org/officeDocument/2006/relationships/tags" Target="../tags/tag380.xml"/><Relationship Id="rId14" Type="http://schemas.openxmlformats.org/officeDocument/2006/relationships/tags" Target="../tags/tag381.xml"/><Relationship Id="rId15" Type="http://schemas.openxmlformats.org/officeDocument/2006/relationships/tags" Target="../tags/tag382.xml"/><Relationship Id="rId16" Type="http://schemas.openxmlformats.org/officeDocument/2006/relationships/tags" Target="../tags/tag383.xml"/><Relationship Id="rId17" Type="http://schemas.openxmlformats.org/officeDocument/2006/relationships/tags" Target="../tags/tag384.xml"/><Relationship Id="rId18" Type="http://schemas.openxmlformats.org/officeDocument/2006/relationships/tags" Target="../tags/tag385.xml"/><Relationship Id="rId19" Type="http://schemas.openxmlformats.org/officeDocument/2006/relationships/tags" Target="../tags/tag386.xml"/><Relationship Id="rId2" Type="http://schemas.openxmlformats.org/officeDocument/2006/relationships/tags" Target="../tags/tag369.xml"/><Relationship Id="rId20" Type="http://schemas.openxmlformats.org/officeDocument/2006/relationships/tags" Target="../tags/tag387.xml"/><Relationship Id="rId21" Type="http://schemas.openxmlformats.org/officeDocument/2006/relationships/tags" Target="../tags/tag388.xml"/><Relationship Id="rId22" Type="http://schemas.openxmlformats.org/officeDocument/2006/relationships/tags" Target="../tags/tag389.xml"/><Relationship Id="rId23" Type="http://schemas.openxmlformats.org/officeDocument/2006/relationships/tags" Target="../tags/tag390.xml"/><Relationship Id="rId24" Type="http://schemas.openxmlformats.org/officeDocument/2006/relationships/tags" Target="../tags/tag391.xml"/><Relationship Id="rId25" Type="http://schemas.openxmlformats.org/officeDocument/2006/relationships/tags" Target="../tags/tag392.xml"/><Relationship Id="rId3" Type="http://schemas.openxmlformats.org/officeDocument/2006/relationships/tags" Target="../tags/tag370.xml"/><Relationship Id="rId4" Type="http://schemas.openxmlformats.org/officeDocument/2006/relationships/tags" Target="../tags/tag371.xml"/><Relationship Id="rId5" Type="http://schemas.openxmlformats.org/officeDocument/2006/relationships/tags" Target="../tags/tag372.xml"/><Relationship Id="rId6" Type="http://schemas.openxmlformats.org/officeDocument/2006/relationships/tags" Target="../tags/tag373.xml"/><Relationship Id="rId7" Type="http://schemas.openxmlformats.org/officeDocument/2006/relationships/tags" Target="../tags/tag374.xml"/><Relationship Id="rId8" Type="http://schemas.openxmlformats.org/officeDocument/2006/relationships/tags" Target="../tags/tag375.xml"/><Relationship Id="rId9" Type="http://schemas.openxmlformats.org/officeDocument/2006/relationships/tags" Target="../tags/tag376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403.xml"/><Relationship Id="rId11" Type="http://schemas.openxmlformats.org/officeDocument/2006/relationships/tags" Target="../tags/tag404.xml"/><Relationship Id="rId12" Type="http://schemas.openxmlformats.org/officeDocument/2006/relationships/tags" Target="../tags/tag405.xml"/><Relationship Id="rId13" Type="http://schemas.openxmlformats.org/officeDocument/2006/relationships/tags" Target="../tags/tag406.xml"/><Relationship Id="rId14" Type="http://schemas.openxmlformats.org/officeDocument/2006/relationships/image" Target="../media/image21.png"/><Relationship Id="rId15" Type="http://schemas.openxmlformats.org/officeDocument/2006/relationships/tags" Target="../tags/tag407.xml"/><Relationship Id="rId2" Type="http://schemas.openxmlformats.org/officeDocument/2006/relationships/notesSlide" Target="../notesSlides/notesSlide5.xml"/><Relationship Id="rId3" Type="http://schemas.openxmlformats.org/officeDocument/2006/relationships/tags" Target="../tags/tag397.xml"/><Relationship Id="rId4" Type="http://schemas.openxmlformats.org/officeDocument/2006/relationships/tags" Target="../tags/tag398.xml"/><Relationship Id="rId5" Type="http://schemas.openxmlformats.org/officeDocument/2006/relationships/tags" Target="../tags/tag399.xml"/><Relationship Id="rId6" Type="http://schemas.openxmlformats.org/officeDocument/2006/relationships/tags" Target="../tags/tag400.xml"/><Relationship Id="rId7" Type="http://schemas.openxmlformats.org/officeDocument/2006/relationships/image" Target="../media/image20.gif"/><Relationship Id="rId8" Type="http://schemas.openxmlformats.org/officeDocument/2006/relationships/tags" Target="../tags/tag401.xml"/><Relationship Id="rId9" Type="http://schemas.openxmlformats.org/officeDocument/2006/relationships/tags" Target="../tags/tag40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tags" Target="../tags/tag416.xml"/><Relationship Id="rId11" Type="http://schemas.openxmlformats.org/officeDocument/2006/relationships/tags" Target="../tags/tag417.xml"/><Relationship Id="rId12" Type="http://schemas.openxmlformats.org/officeDocument/2006/relationships/tags" Target="../tags/tag418.xml"/><Relationship Id="rId13" Type="http://schemas.openxmlformats.org/officeDocument/2006/relationships/tags" Target="../tags/tag419.xml"/><Relationship Id="rId14" Type="http://schemas.openxmlformats.org/officeDocument/2006/relationships/tags" Target="../tags/tag420.xml"/><Relationship Id="rId15" Type="http://schemas.openxmlformats.org/officeDocument/2006/relationships/tags" Target="../tags/tag421.xml"/><Relationship Id="rId16" Type="http://schemas.openxmlformats.org/officeDocument/2006/relationships/tags" Target="../tags/tag422.xml"/><Relationship Id="rId17" Type="http://schemas.openxmlformats.org/officeDocument/2006/relationships/tags" Target="../tags/tag423.xml"/><Relationship Id="rId2" Type="http://schemas.openxmlformats.org/officeDocument/2006/relationships/notesSlide" Target="../notesSlides/notesSlide6.xml"/><Relationship Id="rId3" Type="http://schemas.openxmlformats.org/officeDocument/2006/relationships/tags" Target="../tags/tag412.xml"/><Relationship Id="rId4" Type="http://schemas.openxmlformats.org/officeDocument/2006/relationships/image" Target="../media/image22.png"/><Relationship Id="rId5" Type="http://schemas.openxmlformats.org/officeDocument/2006/relationships/tags" Target="../tags/tag413.xml"/><Relationship Id="rId6" Type="http://schemas.openxmlformats.org/officeDocument/2006/relationships/image" Target="../media/image23.png"/><Relationship Id="rId7" Type="http://schemas.openxmlformats.org/officeDocument/2006/relationships/tags" Target="../tags/tag414.xml"/><Relationship Id="rId8" Type="http://schemas.openxmlformats.org/officeDocument/2006/relationships/image" Target="../media/image24.png"/><Relationship Id="rId9" Type="http://schemas.openxmlformats.org/officeDocument/2006/relationships/tags" Target="../tags/tag41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24.xml"/><Relationship Id="rId3" Type="http://schemas.openxmlformats.org/officeDocument/2006/relationships/tags" Target="../tags/tag425.xml"/><Relationship Id="rId4" Type="http://schemas.openxmlformats.org/officeDocument/2006/relationships/tags" Target="../tags/tag426.xml"/><Relationship Id="rId5" Type="http://schemas.openxmlformats.org/officeDocument/2006/relationships/tags" Target="../tags/tag427.xml"/><Relationship Id="rId6" Type="http://schemas.openxmlformats.org/officeDocument/2006/relationships/tags" Target="../tags/tag428.xml"/><Relationship Id="rId7" Type="http://schemas.openxmlformats.org/officeDocument/2006/relationships/tags" Target="../tags/tag429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tags" Target="../tags/tag439.xml"/><Relationship Id="rId11" Type="http://schemas.openxmlformats.org/officeDocument/2006/relationships/tags" Target="../tags/tag440.xml"/><Relationship Id="rId12" Type="http://schemas.openxmlformats.org/officeDocument/2006/relationships/tags" Target="../tags/tag441.xml"/><Relationship Id="rId13" Type="http://schemas.openxmlformats.org/officeDocument/2006/relationships/tags" Target="../tags/tag442.xml"/><Relationship Id="rId14" Type="http://schemas.openxmlformats.org/officeDocument/2006/relationships/tags" Target="../tags/tag443.xml"/><Relationship Id="rId15" Type="http://schemas.openxmlformats.org/officeDocument/2006/relationships/tags" Target="../tags/tag444.xml"/><Relationship Id="rId16" Type="http://schemas.openxmlformats.org/officeDocument/2006/relationships/tags" Target="../tags/tag445.xml"/><Relationship Id="rId17" Type="http://schemas.openxmlformats.org/officeDocument/2006/relationships/tags" Target="../tags/tag446.xml"/><Relationship Id="rId18" Type="http://schemas.openxmlformats.org/officeDocument/2006/relationships/tags" Target="../tags/tag447.xml"/><Relationship Id="rId19" Type="http://schemas.openxmlformats.org/officeDocument/2006/relationships/tags" Target="../tags/tag448.xml"/><Relationship Id="rId2" Type="http://schemas.openxmlformats.org/officeDocument/2006/relationships/notesSlide" Target="../notesSlides/notesSlide7.xml"/><Relationship Id="rId20" Type="http://schemas.openxmlformats.org/officeDocument/2006/relationships/tags" Target="../tags/tag449.xml"/><Relationship Id="rId21" Type="http://schemas.openxmlformats.org/officeDocument/2006/relationships/tags" Target="../tags/tag450.xml"/><Relationship Id="rId22" Type="http://schemas.openxmlformats.org/officeDocument/2006/relationships/tags" Target="../tags/tag451.xml"/><Relationship Id="rId23" Type="http://schemas.openxmlformats.org/officeDocument/2006/relationships/tags" Target="../tags/tag452.xml"/><Relationship Id="rId24" Type="http://schemas.openxmlformats.org/officeDocument/2006/relationships/tags" Target="../tags/tag453.xml"/><Relationship Id="rId25" Type="http://schemas.openxmlformats.org/officeDocument/2006/relationships/tags" Target="../tags/tag454.xml"/><Relationship Id="rId26" Type="http://schemas.openxmlformats.org/officeDocument/2006/relationships/tags" Target="../tags/tag455.xml"/><Relationship Id="rId27" Type="http://schemas.openxmlformats.org/officeDocument/2006/relationships/tags" Target="../tags/tag456.xml"/><Relationship Id="rId28" Type="http://schemas.openxmlformats.org/officeDocument/2006/relationships/tags" Target="../tags/tag457.xml"/><Relationship Id="rId29" Type="http://schemas.openxmlformats.org/officeDocument/2006/relationships/tags" Target="../tags/tag458.xml"/><Relationship Id="rId3" Type="http://schemas.openxmlformats.org/officeDocument/2006/relationships/tags" Target="../tags/tag433.xml"/><Relationship Id="rId30" Type="http://schemas.openxmlformats.org/officeDocument/2006/relationships/tags" Target="../tags/tag459.xml"/><Relationship Id="rId31" Type="http://schemas.openxmlformats.org/officeDocument/2006/relationships/tags" Target="../tags/tag460.xml"/><Relationship Id="rId32" Type="http://schemas.openxmlformats.org/officeDocument/2006/relationships/tags" Target="../tags/tag461.xml"/><Relationship Id="rId33" Type="http://schemas.openxmlformats.org/officeDocument/2006/relationships/tags" Target="../tags/tag462.xml"/><Relationship Id="rId4" Type="http://schemas.openxmlformats.org/officeDocument/2006/relationships/image" Target="../media/image25.png"/><Relationship Id="rId5" Type="http://schemas.openxmlformats.org/officeDocument/2006/relationships/tags" Target="../tags/tag434.xml"/><Relationship Id="rId6" Type="http://schemas.openxmlformats.org/officeDocument/2006/relationships/tags" Target="../tags/tag435.xml"/><Relationship Id="rId7" Type="http://schemas.openxmlformats.org/officeDocument/2006/relationships/tags" Target="../tags/tag436.xml"/><Relationship Id="rId8" Type="http://schemas.openxmlformats.org/officeDocument/2006/relationships/tags" Target="../tags/tag437.xml"/><Relationship Id="rId9" Type="http://schemas.openxmlformats.org/officeDocument/2006/relationships/tags" Target="../tags/tag438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63.xml"/><Relationship Id="rId3" Type="http://schemas.openxmlformats.org/officeDocument/2006/relationships/tags" Target="../tags/tag464.xml"/><Relationship Id="rId4" Type="http://schemas.openxmlformats.org/officeDocument/2006/relationships/image" Target="../media/image26.png"/><Relationship Id="rId5" Type="http://schemas.openxmlformats.org/officeDocument/2006/relationships/tags" Target="../tags/tag465.xml"/><Relationship Id="rId6" Type="http://schemas.openxmlformats.org/officeDocument/2006/relationships/tags" Target="../tags/tag466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467.xml"/><Relationship Id="rId3" Type="http://schemas.openxmlformats.org/officeDocument/2006/relationships/tags" Target="../tags/tag468.xml"/><Relationship Id="rId4" Type="http://schemas.openxmlformats.org/officeDocument/2006/relationships/image" Target="../media/image27.png"/><Relationship Id="rId5" Type="http://schemas.openxmlformats.org/officeDocument/2006/relationships/tags" Target="../tags/tag469.xml"/><Relationship Id="rId6" Type="http://schemas.openxmlformats.org/officeDocument/2006/relationships/tags" Target="../tags/tag470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479.xml"/><Relationship Id="rId11" Type="http://schemas.openxmlformats.org/officeDocument/2006/relationships/tags" Target="../tags/tag480.xml"/><Relationship Id="rId12" Type="http://schemas.openxmlformats.org/officeDocument/2006/relationships/tags" Target="../tags/tag481.xml"/><Relationship Id="rId13" Type="http://schemas.openxmlformats.org/officeDocument/2006/relationships/tags" Target="../tags/tag482.xml"/><Relationship Id="rId14" Type="http://schemas.openxmlformats.org/officeDocument/2006/relationships/tags" Target="../tags/tag483.xml"/><Relationship Id="rId15" Type="http://schemas.openxmlformats.org/officeDocument/2006/relationships/tags" Target="../tags/tag484.xml"/><Relationship Id="rId16" Type="http://schemas.openxmlformats.org/officeDocument/2006/relationships/tags" Target="../tags/tag485.xml"/><Relationship Id="rId17" Type="http://schemas.openxmlformats.org/officeDocument/2006/relationships/tags" Target="../tags/tag486.xml"/><Relationship Id="rId18" Type="http://schemas.openxmlformats.org/officeDocument/2006/relationships/tags" Target="../tags/tag487.xml"/><Relationship Id="rId19" Type="http://schemas.openxmlformats.org/officeDocument/2006/relationships/tags" Target="../tags/tag488.xml"/><Relationship Id="rId2" Type="http://schemas.openxmlformats.org/officeDocument/2006/relationships/tags" Target="../tags/tag471.xml"/><Relationship Id="rId20" Type="http://schemas.openxmlformats.org/officeDocument/2006/relationships/tags" Target="../tags/tag489.xml"/><Relationship Id="rId21" Type="http://schemas.openxmlformats.org/officeDocument/2006/relationships/tags" Target="../tags/tag490.xml"/><Relationship Id="rId22" Type="http://schemas.openxmlformats.org/officeDocument/2006/relationships/tags" Target="../tags/tag491.xml"/><Relationship Id="rId3" Type="http://schemas.openxmlformats.org/officeDocument/2006/relationships/tags" Target="../tags/tag472.xml"/><Relationship Id="rId4" Type="http://schemas.openxmlformats.org/officeDocument/2006/relationships/tags" Target="../tags/tag473.xml"/><Relationship Id="rId5" Type="http://schemas.openxmlformats.org/officeDocument/2006/relationships/tags" Target="../tags/tag474.xml"/><Relationship Id="rId6" Type="http://schemas.openxmlformats.org/officeDocument/2006/relationships/tags" Target="../tags/tag475.xml"/><Relationship Id="rId7" Type="http://schemas.openxmlformats.org/officeDocument/2006/relationships/tags" Target="../tags/tag476.xml"/><Relationship Id="rId8" Type="http://schemas.openxmlformats.org/officeDocument/2006/relationships/tags" Target="../tags/tag477.xml"/><Relationship Id="rId9" Type="http://schemas.openxmlformats.org/officeDocument/2006/relationships/tags" Target="../tags/tag478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10" Type="http://schemas.openxmlformats.org/officeDocument/2006/relationships/tags" Target="../tags/tag503.xml"/><Relationship Id="rId11" Type="http://schemas.openxmlformats.org/officeDocument/2006/relationships/tags" Target="../tags/tag504.xml"/><Relationship Id="rId12" Type="http://schemas.openxmlformats.org/officeDocument/2006/relationships/tags" Target="../tags/tag505.xml"/><Relationship Id="rId13" Type="http://schemas.openxmlformats.org/officeDocument/2006/relationships/image" Target="../media/image28.jpeg"/><Relationship Id="rId14" Type="http://schemas.openxmlformats.org/officeDocument/2006/relationships/tags" Target="../tags/tag506.xml"/><Relationship Id="rId15" Type="http://schemas.openxmlformats.org/officeDocument/2006/relationships/tags" Target="../tags/tag507.xml"/><Relationship Id="rId16" Type="http://schemas.openxmlformats.org/officeDocument/2006/relationships/tags" Target="../tags/tag508.xml"/><Relationship Id="rId17" Type="http://schemas.openxmlformats.org/officeDocument/2006/relationships/tags" Target="../tags/tag509.xml"/><Relationship Id="rId18" Type="http://schemas.openxmlformats.org/officeDocument/2006/relationships/tags" Target="../tags/tag510.xml"/><Relationship Id="rId19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20" Type="http://schemas.openxmlformats.org/officeDocument/2006/relationships/tags" Target="../tags/tag511.xml"/><Relationship Id="rId21" Type="http://schemas.openxmlformats.org/officeDocument/2006/relationships/tags" Target="../tags/tag512.xml"/><Relationship Id="rId22" Type="http://schemas.openxmlformats.org/officeDocument/2006/relationships/tags" Target="../tags/tag513.xml"/><Relationship Id="rId23" Type="http://schemas.openxmlformats.org/officeDocument/2006/relationships/tags" Target="../tags/tag514.xml"/><Relationship Id="rId24" Type="http://schemas.openxmlformats.org/officeDocument/2006/relationships/tags" Target="../tags/tag515.xml"/><Relationship Id="rId25" Type="http://schemas.openxmlformats.org/officeDocument/2006/relationships/tags" Target="../tags/tag516.xml"/><Relationship Id="rId26" Type="http://schemas.openxmlformats.org/officeDocument/2006/relationships/tags" Target="../tags/tag517.xml"/><Relationship Id="rId3" Type="http://schemas.openxmlformats.org/officeDocument/2006/relationships/tags" Target="../tags/tag496.xml"/><Relationship Id="rId4" Type="http://schemas.openxmlformats.org/officeDocument/2006/relationships/tags" Target="../tags/tag497.xml"/><Relationship Id="rId5" Type="http://schemas.openxmlformats.org/officeDocument/2006/relationships/tags" Target="../tags/tag498.xml"/><Relationship Id="rId6" Type="http://schemas.openxmlformats.org/officeDocument/2006/relationships/tags" Target="../tags/tag499.xml"/><Relationship Id="rId7" Type="http://schemas.openxmlformats.org/officeDocument/2006/relationships/tags" Target="../tags/tag500.xml"/><Relationship Id="rId8" Type="http://schemas.openxmlformats.org/officeDocument/2006/relationships/tags" Target="../tags/tag501.xml"/><Relationship Id="rId9" Type="http://schemas.openxmlformats.org/officeDocument/2006/relationships/tags" Target="../tags/tag50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18.xml"/><Relationship Id="rId3" Type="http://schemas.openxmlformats.org/officeDocument/2006/relationships/tags" Target="../tags/tag519.xml"/><Relationship Id="rId4" Type="http://schemas.openxmlformats.org/officeDocument/2006/relationships/tags" Target="../tags/tag520.xml"/><Relationship Id="rId5" Type="http://schemas.openxmlformats.org/officeDocument/2006/relationships/tags" Target="../tags/tag521.xml"/><Relationship Id="rId6" Type="http://schemas.openxmlformats.org/officeDocument/2006/relationships/tags" Target="../tags/tag52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23.xml"/><Relationship Id="rId3" Type="http://schemas.openxmlformats.org/officeDocument/2006/relationships/tags" Target="../tags/tag524.xml"/><Relationship Id="rId4" Type="http://schemas.openxmlformats.org/officeDocument/2006/relationships/tags" Target="../tags/tag525.xml"/><Relationship Id="rId5" Type="http://schemas.openxmlformats.org/officeDocument/2006/relationships/tags" Target="../tags/tag526.xml"/><Relationship Id="rId6" Type="http://schemas.openxmlformats.org/officeDocument/2006/relationships/tags" Target="../tags/tag52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28.xml"/><Relationship Id="rId3" Type="http://schemas.openxmlformats.org/officeDocument/2006/relationships/tags" Target="../tags/tag529.xml"/><Relationship Id="rId4" Type="http://schemas.openxmlformats.org/officeDocument/2006/relationships/image" Target="../media/image30.jpeg"/><Relationship Id="rId5" Type="http://schemas.openxmlformats.org/officeDocument/2006/relationships/tags" Target="../tags/tag530.xml"/><Relationship Id="rId6" Type="http://schemas.openxmlformats.org/officeDocument/2006/relationships/tags" Target="../tags/tag531.xml"/><Relationship Id="rId7" Type="http://schemas.openxmlformats.org/officeDocument/2006/relationships/tags" Target="../tags/tag532.xml"/><Relationship Id="rId8" Type="http://schemas.openxmlformats.org/officeDocument/2006/relationships/tags" Target="../tags/tag533.xml"/><Relationship Id="rId9" Type="http://schemas.openxmlformats.org/officeDocument/2006/relationships/tags" Target="../tags/tag534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35.xml"/><Relationship Id="rId3" Type="http://schemas.openxmlformats.org/officeDocument/2006/relationships/tags" Target="../tags/tag536.xml"/><Relationship Id="rId4" Type="http://schemas.openxmlformats.org/officeDocument/2006/relationships/image" Target="../media/image31.jpeg"/><Relationship Id="rId5" Type="http://schemas.openxmlformats.org/officeDocument/2006/relationships/tags" Target="../tags/tag537.xml"/><Relationship Id="rId6" Type="http://schemas.openxmlformats.org/officeDocument/2006/relationships/tags" Target="../tags/tag538.xml"/><Relationship Id="rId7" Type="http://schemas.openxmlformats.org/officeDocument/2006/relationships/tags" Target="../tags/tag539.xml"/><Relationship Id="rId8" Type="http://schemas.openxmlformats.org/officeDocument/2006/relationships/tags" Target="../tags/tag540.xml"/><Relationship Id="rId9" Type="http://schemas.openxmlformats.org/officeDocument/2006/relationships/tags" Target="../tags/tag54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542.xml"/><Relationship Id="rId3" Type="http://schemas.openxmlformats.org/officeDocument/2006/relationships/tags" Target="../tags/tag543.xml"/><Relationship Id="rId4" Type="http://schemas.openxmlformats.org/officeDocument/2006/relationships/tags" Target="../tags/tag544.xml"/><Relationship Id="rId5" Type="http://schemas.openxmlformats.org/officeDocument/2006/relationships/tags" Target="../tags/tag545.xml"/><Relationship Id="rId6" Type="http://schemas.openxmlformats.org/officeDocument/2006/relationships/tags" Target="../tags/tag546.xml"/><Relationship Id="rId7" Type="http://schemas.openxmlformats.org/officeDocument/2006/relationships/tags" Target="../tags/tag547.xml"/><Relationship Id="rId8" Type="http://schemas.openxmlformats.org/officeDocument/2006/relationships/tags" Target="../tags/tag548.xml"/><Relationship Id="rId9" Type="http://schemas.openxmlformats.org/officeDocument/2006/relationships/tags" Target="../tags/tag549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57.xml"/><Relationship Id="rId11" Type="http://schemas.openxmlformats.org/officeDocument/2006/relationships/tags" Target="../tags/tag558.xml"/><Relationship Id="rId12" Type="http://schemas.openxmlformats.org/officeDocument/2006/relationships/tags" Target="../tags/tag559.xml"/><Relationship Id="rId2" Type="http://schemas.openxmlformats.org/officeDocument/2006/relationships/tags" Target="../tags/tag550.xml"/><Relationship Id="rId3" Type="http://schemas.openxmlformats.org/officeDocument/2006/relationships/image" Target="../media/image32.jpeg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Relationship Id="rId7" Type="http://schemas.openxmlformats.org/officeDocument/2006/relationships/tags" Target="../tags/tag554.xml"/><Relationship Id="rId8" Type="http://schemas.openxmlformats.org/officeDocument/2006/relationships/tags" Target="../tags/tag555.xml"/><Relationship Id="rId9" Type="http://schemas.openxmlformats.org/officeDocument/2006/relationships/tags" Target="../tags/tag55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67.xml"/><Relationship Id="rId11" Type="http://schemas.openxmlformats.org/officeDocument/2006/relationships/tags" Target="../tags/tag568.xml"/><Relationship Id="rId12" Type="http://schemas.openxmlformats.org/officeDocument/2006/relationships/image" Target="../media/image33.png"/><Relationship Id="rId13" Type="http://schemas.microsoft.com/office/2007/relationships/hdphoto" Target="../media/image34.wdp"/><Relationship Id="rId14" Type="http://schemas.openxmlformats.org/officeDocument/2006/relationships/tags" Target="../tags/tag569.xml"/><Relationship Id="rId15" Type="http://schemas.openxmlformats.org/officeDocument/2006/relationships/tags" Target="../tags/tag570.xml"/><Relationship Id="rId16" Type="http://schemas.openxmlformats.org/officeDocument/2006/relationships/tags" Target="../tags/tag571.xml"/><Relationship Id="rId2" Type="http://schemas.openxmlformats.org/officeDocument/2006/relationships/tags" Target="../tags/tag560.xml"/><Relationship Id="rId3" Type="http://schemas.openxmlformats.org/officeDocument/2006/relationships/image" Target="../media/image32.jpeg"/><Relationship Id="rId4" Type="http://schemas.openxmlformats.org/officeDocument/2006/relationships/tags" Target="../tags/tag561.xml"/><Relationship Id="rId5" Type="http://schemas.openxmlformats.org/officeDocument/2006/relationships/tags" Target="../tags/tag562.xml"/><Relationship Id="rId6" Type="http://schemas.openxmlformats.org/officeDocument/2006/relationships/tags" Target="../tags/tag563.xml"/><Relationship Id="rId7" Type="http://schemas.openxmlformats.org/officeDocument/2006/relationships/tags" Target="../tags/tag564.xml"/><Relationship Id="rId8" Type="http://schemas.openxmlformats.org/officeDocument/2006/relationships/tags" Target="../tags/tag565.xml"/><Relationship Id="rId9" Type="http://schemas.openxmlformats.org/officeDocument/2006/relationships/tags" Target="../tags/tag566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79.xml"/><Relationship Id="rId11" Type="http://schemas.openxmlformats.org/officeDocument/2006/relationships/tags" Target="../tags/tag580.xml"/><Relationship Id="rId2" Type="http://schemas.openxmlformats.org/officeDocument/2006/relationships/tags" Target="../tags/tag572.xml"/><Relationship Id="rId3" Type="http://schemas.openxmlformats.org/officeDocument/2006/relationships/image" Target="../media/image32.jpeg"/><Relationship Id="rId4" Type="http://schemas.openxmlformats.org/officeDocument/2006/relationships/tags" Target="../tags/tag573.xml"/><Relationship Id="rId5" Type="http://schemas.openxmlformats.org/officeDocument/2006/relationships/tags" Target="../tags/tag574.xml"/><Relationship Id="rId6" Type="http://schemas.openxmlformats.org/officeDocument/2006/relationships/tags" Target="../tags/tag575.xml"/><Relationship Id="rId7" Type="http://schemas.openxmlformats.org/officeDocument/2006/relationships/tags" Target="../tags/tag576.xml"/><Relationship Id="rId8" Type="http://schemas.openxmlformats.org/officeDocument/2006/relationships/tags" Target="../tags/tag577.xml"/><Relationship Id="rId9" Type="http://schemas.openxmlformats.org/officeDocument/2006/relationships/tags" Target="../tags/tag57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Relationship Id="rId10" Type="http://schemas.openxmlformats.org/officeDocument/2006/relationships/tags" Target="../tags/tag588.xml"/><Relationship Id="rId11" Type="http://schemas.openxmlformats.org/officeDocument/2006/relationships/tags" Target="../tags/tag589.xml"/><Relationship Id="rId12" Type="http://schemas.openxmlformats.org/officeDocument/2006/relationships/tags" Target="../tags/tag590.xml"/><Relationship Id="rId13" Type="http://schemas.openxmlformats.org/officeDocument/2006/relationships/tags" Target="../tags/tag591.xml"/><Relationship Id="rId14" Type="http://schemas.openxmlformats.org/officeDocument/2006/relationships/tags" Target="../tags/tag592.xml"/><Relationship Id="rId2" Type="http://schemas.openxmlformats.org/officeDocument/2006/relationships/tags" Target="../tags/tag581.xml"/><Relationship Id="rId3" Type="http://schemas.openxmlformats.org/officeDocument/2006/relationships/image" Target="../media/image32.jpeg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tags" Target="../tags/tag593.xml"/><Relationship Id="rId3" Type="http://schemas.openxmlformats.org/officeDocument/2006/relationships/tags" Target="../tags/tag594.xml"/><Relationship Id="rId4" Type="http://schemas.openxmlformats.org/officeDocument/2006/relationships/image" Target="../media/image35.gif"/><Relationship Id="rId5" Type="http://schemas.openxmlformats.org/officeDocument/2006/relationships/tags" Target="../tags/tag595.xml"/><Relationship Id="rId6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1B4332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38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EDEDED"/>
                </a:solidFill>
                <a:latin typeface="Arial"/>
                <a:ea typeface="微软雅黑"/>
              </a:rPr>
              <a:t>1 / 30</a:t>
            </a:r>
          </a:p>
        </p:txBody>
      </p:sp>
      <p:sp>
        <p:nvSpPr>
          <p:cNvPr id="10137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6" name="SkinProgress"/>
          <p:cNvSpPr/>
          <p:nvPr/>
        </p:nvSpPr>
        <p:spPr>
          <a:xfrm>
            <a:off x="100584" y="4972050"/>
            <a:ext cx="41148" cy="1714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6" name="标题 5" title="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26093" y="2333625"/>
            <a:ext cx="1197769" cy="818674"/>
          </a:xfrm>
          <a:prstGeom prst="rect">
            <a:avLst/>
          </a:prstGeom>
        </p:spPr>
        <p:txBody>
          <a:bodyPr vert="horz" lIns="67500" tIns="35100" rIns="67500" bIns="0" rtlCol="0" anchor="b" anchorCtr="0">
            <a:noAutofit/>
          </a:bodyPr>
          <a:lstStyle>
            <a:lvl1pPr algn="ctr" defTabSz="91059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538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0020600040101010101" pitchFamily="18" charset="-122"/>
                <a:cs typeface="+mj-cs"/>
              </a:defRPr>
            </a:lvl1pPr>
          </a:lstStyle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srgbClr val="FAF7F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第一章    </a:t>
            </a:r>
          </a:p>
          <a:p>
            <a:pPr>
              <a:lnSpc>
                <a:spcPct val="140000"/>
              </a:lnSpc>
              <a:spcAft>
                <a:spcPct val="0"/>
              </a:spcAft>
            </a:pPr>
            <a:r>
              <a:rPr lang="zh-CN" altLang="en-US" sz="1500">
                <a:solidFill>
                  <a:srgbClr val="FAF7F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化学反应的热效应</a:t>
            </a:r>
          </a:p>
        </p:txBody>
      </p:sp>
      <p:sp>
        <p:nvSpPr>
          <p:cNvPr id="13" name="文本占位符 6" title="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72000" y="2211784"/>
            <a:ext cx="4305180" cy="106235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595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1pPr>
            <a:lvl2pPr marL="68326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3375"/>
              </a:tabLst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2pPr>
            <a:lvl3pPr marL="113855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3pPr>
            <a:lvl4pPr marL="1593850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4pPr>
            <a:lvl5pPr marL="2049145" indent="-227965" algn="l" defTabSz="91059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95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/>
                <a:cs typeface="+mn-cs"/>
              </a:defRPr>
            </a:lvl5pPr>
            <a:lvl6pPr marL="250444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735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503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0960" indent="-227965" algn="l" defTabSz="91059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7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altLang="en-US" sz="2400" b="1">
                <a:solidFill>
                  <a:srgbClr val="FAF7F0"/>
                </a:solidFill>
                <a:latin typeface="Arial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第一章 物质及其变化</a:t>
            </a:r>
            <a:endParaRPr lang="en-US" altLang="zh-CN" sz="2400" b="1">
              <a:solidFill>
                <a:schemeClr val="lt1"/>
              </a:solidFill>
              <a:latin typeface="Arial" panose="02010609060101010101" pitchFamily="49" charset="-122"/>
              <a:ea typeface="微软雅黑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SzTx/>
              <a:buFont typeface="Wingdings" panose="05000000000000000000" charset="0"/>
              <a:buNone/>
            </a:pPr>
            <a:r>
              <a:rPr lang="zh-CN" sz="2400" b="1">
                <a:solidFill>
                  <a:srgbClr val="FAF7F0"/>
                </a:solidFill>
                <a:latin typeface="Arial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第一节</a:t>
            </a:r>
            <a:r>
              <a:rPr lang="en-US" altLang="zh-CN" sz="2400" b="1">
                <a:solidFill>
                  <a:srgbClr val="FAF7F0"/>
                </a:solidFill>
                <a:latin typeface="Arial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FAF7F0"/>
                </a:solidFill>
                <a:latin typeface="Arial" panose="02010609060101010101" pitchFamily="49" charset="-122"/>
                <a:ea typeface="微软雅黑" panose="02010609060101010101" pitchFamily="49" charset="-122"/>
                <a:cs typeface="楷体" panose="02010609060101010101" pitchFamily="49" charset="-122"/>
                <a:sym typeface="+mn-ea"/>
              </a:rPr>
              <a:t>物质的分类及转化</a:t>
            </a:r>
          </a:p>
        </p:txBody>
      </p:sp>
      <p:sp>
        <p:nvSpPr>
          <p:cNvPr id="14" name="文本框 13" title=""/>
          <p:cNvSpPr txBox="1"/>
          <p:nvPr>
            <p:custDataLst>
              <p:tags r:id="rId7"/>
            </p:custDataLst>
          </p:nvPr>
        </p:nvSpPr>
        <p:spPr>
          <a:xfrm>
            <a:off x="4223862" y="644227"/>
            <a:ext cx="3914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>
                <a:solidFill>
                  <a:srgbClr val="FAF7F0"/>
                </a:solidFill>
                <a:ea typeface="微软雅黑" panose="020b0600000000000000" pitchFamily="34" charset="-122"/>
                <a:sym typeface="+mn-ea"/>
              </a:rPr>
              <a:t>第</a:t>
            </a:r>
            <a:r>
              <a:rPr lang="en-US" altLang="zh-CN" sz="2400" b="1">
                <a:solidFill>
                  <a:srgbClr val="FAF7F0"/>
                </a:solidFill>
                <a:ea typeface="微软雅黑" panose="020b0600000000000000" pitchFamily="34" charset="-122"/>
                <a:sym typeface="+mn-ea"/>
              </a:rPr>
              <a:t>1</a:t>
            </a:r>
            <a:r>
              <a:rPr lang="zh-CN" altLang="zh-CN" sz="2400" b="1">
                <a:solidFill>
                  <a:srgbClr val="FAF7F0"/>
                </a:solidFill>
                <a:ea typeface="微软雅黑" panose="020b0600000000000000" pitchFamily="34" charset="-122"/>
                <a:sym typeface="+mn-ea"/>
              </a:rPr>
              <a:t>课时</a:t>
            </a:r>
            <a:r>
              <a:rPr lang="en-US" altLang="zh-CN" sz="2400" b="1">
                <a:solidFill>
                  <a:srgbClr val="FAF7F0"/>
                </a:solidFill>
                <a:ea typeface="微软雅黑" panose="020b0600000000000000" pitchFamily="34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FAF7F0"/>
                </a:solidFill>
                <a:ea typeface="微软雅黑" panose="020b0600000000000000" pitchFamily="34" charset="-122"/>
                <a:sym typeface="+mn-ea"/>
              </a:rPr>
              <a:t>物质的分类</a:t>
            </a:r>
          </a:p>
        </p:txBody>
      </p:sp>
      <p:sp>
        <p:nvSpPr>
          <p:cNvPr id="15" name="矩形 14" title=""/>
          <p:cNvSpPr/>
          <p:nvPr>
            <p:custDataLst>
              <p:tags r:id="rId8"/>
            </p:custDataLst>
          </p:nvPr>
        </p:nvSpPr>
        <p:spPr>
          <a:xfrm>
            <a:off x="4302206" y="4000204"/>
            <a:ext cx="37577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b="1" kern="0">
                <a:solidFill>
                  <a:srgbClr val="FAF7F0"/>
                </a:solidFill>
                <a:latin typeface="+mj-ea"/>
                <a:ea typeface="微软雅黑"/>
                <a:cs typeface="+mn-ea"/>
                <a:sym typeface="+mn-lt"/>
              </a:rPr>
              <a:t>本节重点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b="1" kern="0">
                <a:latin typeface="+mj-ea"/>
                <a:ea typeface="微软雅黑"/>
                <a:cs typeface="+mn-ea"/>
                <a:sym typeface="+mn-lt"/>
                <a:solidFill>
                  <a:srgbClr val="FAF7F0"/>
                </a:solidFill>
              </a:rPr>
              <a:t>简单的分类方法及其物质的分类</a:t>
            </a:r>
          </a:p>
        </p:txBody>
      </p:sp>
      <p:pic>
        <p:nvPicPr>
          <p:cNvPr id="7" name="图片 6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clrChange>
              <a:clrFrom>
                <a:srgbClr val="1C182F">
                  <a:alpha val="100000"/>
                </a:srgbClr>
              </a:clrFrom>
              <a:clrTo>
                <a:srgbClr val="1C182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932" y="914400"/>
            <a:ext cx="2709335" cy="3683000"/>
          </a:xfrm>
          <a:prstGeom prst="rect">
            <a:avLst/>
          </a:prstGeom>
        </p:spPr>
      </p:pic>
    </p:spTree>
    <p:custDataLst>
      <p:tags r:id="rId11"/>
    </p:custDataLst>
    <p:extLst>
      <p:ext uri="{BB962C8B-B14F-4D97-AF65-F5344CB8AC3E}">
        <p14:creationId xmlns:p14="http://schemas.microsoft.com/office/powerpoint/2010/main" val="2860654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41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 / 30</a:t>
            </a:r>
          </a:p>
        </p:txBody>
      </p:sp>
      <p:sp>
        <p:nvSpPr>
          <p:cNvPr id="10140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39" name="SkinProgress"/>
          <p:cNvSpPr/>
          <p:nvPr/>
        </p:nvSpPr>
        <p:spPr>
          <a:xfrm>
            <a:off x="100584" y="4800600"/>
            <a:ext cx="41148" cy="3429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D49E1912-C32C-9780-908A-E3B0F76B483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r="4682"/>
          <a:stretch>
            <a:fillRect/>
          </a:stretch>
        </p:blipFill>
        <p:spPr>
          <a:xfrm>
            <a:off x="2288151" y="1273906"/>
            <a:ext cx="4281488" cy="2058384"/>
          </a:xfrm>
          <a:prstGeom prst="rect">
            <a:avLst/>
          </a:prstGeom>
        </p:spPr>
      </p:pic>
      <p:sp>
        <p:nvSpPr>
          <p:cNvPr id="3" name="文本框 2" title="">
            <a:extLst>
              <a:ext uri="{FF2B5EF4-FFF2-40B4-BE49-F238E27FC236}">
                <a16:creationId xmlns:a16="http://schemas.microsoft.com/office/drawing/2014/main" id="{04784DF4-730F-03C7-9009-5DFBECF920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77757" y="3332290"/>
            <a:ext cx="3801042" cy="396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国家图书馆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亚洲规模最大的图书馆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</a:p>
        </p:txBody>
      </p:sp>
      <p:sp>
        <p:nvSpPr>
          <p:cNvPr id="4" name="PA-文本框 3" title="">
            <a:extLst>
              <a:ext uri="{FF2B5EF4-FFF2-40B4-BE49-F238E27FC236}">
                <a16:creationId xmlns:a16="http://schemas.microsoft.com/office/drawing/2014/main" id="{FAAD3515-8054-3AEF-890E-72367BB19A58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1546" y="552071"/>
            <a:ext cx="7754698" cy="3963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>
                <a:ea typeface="微软雅黑"/>
              </a:defRPr>
            </a:pPr>
            <a:r>
              <a:rPr lang="zh-CN" altLang="en-US" b="1"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图书馆里有那么多的书籍，为什么你能很快就找到你需要的书？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Arial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0383D3A8-34E7-1EB0-ECD2-2DB8670A9A6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947" y="3735391"/>
            <a:ext cx="8832103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图书馆中数不胜数的图书要分类陈列以便于人们查找， 快递企业对数以千万计的物品要分类处理以提高工作效率。 同样，为了认识和研究的方便，对于数以千万计的物质， 人们常根据物质的组成、结构、性质或用途等进行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/>
                <a:cs typeface="+mn-ea"/>
                <a:sym typeface="+mn-lt"/>
              </a:rPr>
              <a:t>分类</a:t>
            </a: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。</a:t>
            </a:r>
          </a:p>
        </p:txBody>
      </p:sp>
      <p:sp>
        <p:nvSpPr>
          <p:cNvPr id="5" name="PA-文本框 3" title="">
            <a:extLst>
              <a:ext uri="{FF2B5EF4-FFF2-40B4-BE49-F238E27FC236}">
                <a16:creationId xmlns:a16="http://schemas.microsoft.com/office/drawing/2014/main" id="{3901AFCA-F7FC-55A9-B782-46271889F724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86087" y="877515"/>
            <a:ext cx="6971824" cy="3965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>
            <a:spAutoFit/>
          </a:bodyPr>
          <a:lstStyle/>
          <a:p>
            <a:pPr algn="ctr">
              <a:lnSpc>
                <a:spcPct val="120000"/>
              </a:lnSpc>
              <a:defRPr>
                <a:ea typeface="微软雅黑"/>
              </a:defRPr>
            </a:pPr>
            <a:r>
              <a:rPr lang="zh-CN" altLang="en-US" b="1">
                <a:latin typeface="+mj-ea"/>
                <a:ea typeface="微软雅黑"/>
                <a:cs typeface="ADLaM Display" panose="02010000000000000000" pitchFamily="2" charset="0"/>
                <a:sym typeface="+mn-lt"/>
              </a:rPr>
              <a:t>超市里有那么多的商品，为什么你能很快就找到你要买的零食呢？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微软雅黑"/>
              <a:cs typeface="ADLaM Display" panose="02010000000000000000" pitchFamily="2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308673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44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3 / 30</a:t>
            </a:r>
          </a:p>
        </p:txBody>
      </p:sp>
      <p:sp>
        <p:nvSpPr>
          <p:cNvPr id="10143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42" name="SkinProgress"/>
          <p:cNvSpPr/>
          <p:nvPr/>
        </p:nvSpPr>
        <p:spPr>
          <a:xfrm>
            <a:off x="100584" y="4629150"/>
            <a:ext cx="41148" cy="5143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4"/>
            </p:custDataLst>
          </p:nvPr>
        </p:nvSpPr>
        <p:spPr>
          <a:xfrm>
            <a:off x="2153612" y="613898"/>
            <a:ext cx="522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分类法在实际生产生活中的应用广泛</a:t>
            </a:r>
          </a:p>
        </p:txBody>
      </p:sp>
      <p:sp>
        <p:nvSpPr>
          <p:cNvPr id="5" name="文本2" title=""/>
          <p:cNvSpPr txBox="1"/>
          <p:nvPr>
            <p:custDataLst>
              <p:tags r:id="rId5"/>
            </p:custDataLst>
          </p:nvPr>
        </p:nvSpPr>
        <p:spPr>
          <a:xfrm>
            <a:off x="3484624" y="2428369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图书馆中陈列书籍</a:t>
            </a:r>
          </a:p>
        </p:txBody>
      </p:sp>
      <p:sp>
        <p:nvSpPr>
          <p:cNvPr id="6" name="文本3" title=""/>
          <p:cNvSpPr txBox="1"/>
          <p:nvPr>
            <p:custDataLst>
              <p:tags r:id="rId6"/>
            </p:custDataLst>
          </p:nvPr>
        </p:nvSpPr>
        <p:spPr>
          <a:xfrm>
            <a:off x="968602" y="2522266"/>
            <a:ext cx="2275427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超市里摆放货品</a:t>
            </a:r>
          </a:p>
        </p:txBody>
      </p:sp>
      <p:sp>
        <p:nvSpPr>
          <p:cNvPr id="7" name="文本5" title=""/>
          <p:cNvSpPr txBox="1"/>
          <p:nvPr>
            <p:custDataLst>
              <p:tags r:id="rId7"/>
            </p:custDataLst>
          </p:nvPr>
        </p:nvSpPr>
        <p:spPr>
          <a:xfrm>
            <a:off x="6049530" y="2428776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实验室里码放药品</a:t>
            </a:r>
          </a:p>
        </p:txBody>
      </p:sp>
      <p:pic>
        <p:nvPicPr>
          <p:cNvPr id="8" name="图片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91432" y="1289719"/>
            <a:ext cx="1738889" cy="1158095"/>
          </a:xfrm>
          <a:prstGeom prst="rect">
            <a:avLst/>
          </a:prstGeom>
        </p:spPr>
      </p:pic>
      <p:pic>
        <p:nvPicPr>
          <p:cNvPr id="9" name="图片4" title="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406097" y="1290006"/>
            <a:ext cx="2065365" cy="1157731"/>
          </a:xfrm>
          <a:prstGeom prst="rect">
            <a:avLst/>
          </a:prstGeom>
        </p:spPr>
      </p:pic>
      <p:pic>
        <p:nvPicPr>
          <p:cNvPr id="12" name="图片5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49487" y="1243142"/>
            <a:ext cx="1931363" cy="1204001"/>
          </a:xfrm>
          <a:prstGeom prst="rect">
            <a:avLst/>
          </a:prstGeom>
        </p:spPr>
      </p:pic>
      <p:pic>
        <p:nvPicPr>
          <p:cNvPr id="13" name="图片6" title="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965842" y="3041374"/>
            <a:ext cx="2065087" cy="1183034"/>
          </a:xfrm>
          <a:prstGeom prst="rect">
            <a:avLst/>
          </a:prstGeom>
        </p:spPr>
      </p:pic>
      <p:pic>
        <p:nvPicPr>
          <p:cNvPr id="14" name="图片7" title="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76241" y="3041410"/>
            <a:ext cx="2243266" cy="1217588"/>
          </a:xfrm>
          <a:prstGeom prst="rect">
            <a:avLst/>
          </a:prstGeom>
        </p:spPr>
      </p:pic>
      <p:sp>
        <p:nvSpPr>
          <p:cNvPr id="15" name="文本4" title=""/>
          <p:cNvSpPr txBox="1"/>
          <p:nvPr>
            <p:custDataLst>
              <p:tags r:id="rId18"/>
            </p:custDataLst>
          </p:nvPr>
        </p:nvSpPr>
        <p:spPr>
          <a:xfrm>
            <a:off x="2006937" y="4283591"/>
            <a:ext cx="2565063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物流公司分拣快递</a:t>
            </a:r>
          </a:p>
        </p:txBody>
      </p:sp>
      <p:sp>
        <p:nvSpPr>
          <p:cNvPr id="16" name="文本6" title=""/>
          <p:cNvSpPr txBox="1"/>
          <p:nvPr>
            <p:custDataLst>
              <p:tags r:id="rId19"/>
            </p:custDataLst>
          </p:nvPr>
        </p:nvSpPr>
        <p:spPr>
          <a:xfrm>
            <a:off x="5495455" y="4224336"/>
            <a:ext cx="1406519" cy="444579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垃圾分类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47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4 / 30</a:t>
            </a:r>
          </a:p>
        </p:txBody>
      </p:sp>
      <p:sp>
        <p:nvSpPr>
          <p:cNvPr id="10146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45" name="SkinProgress"/>
          <p:cNvSpPr/>
          <p:nvPr/>
        </p:nvSpPr>
        <p:spPr>
          <a:xfrm>
            <a:off x="100584" y="4457700"/>
            <a:ext cx="41148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9218" name="Picture 2" title=""/>
          <p:cNvPicPr>
            <a:picLocks noChangeAspect="1" noChangeArrowheads="1" noCrop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77607" y="1169662"/>
            <a:ext cx="9715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AutoShape 6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327401" y="738555"/>
            <a:ext cx="1650206" cy="881063"/>
          </a:xfrm>
          <a:prstGeom prst="star5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>
                <a:ea typeface="微软雅黑"/>
              </a:defRPr>
            </a:pPr>
            <a:r>
              <a:rPr lang="en-US" altLang="zh-CN" sz="1500" b="1">
                <a:ea typeface="微软雅黑"/>
              </a:rPr>
              <a:t>  </a:t>
            </a:r>
            <a:r>
              <a:rPr lang="zh-CN" altLang="en-US" sz="1500" b="1">
                <a:ea typeface="微软雅黑"/>
              </a:rPr>
              <a:t>啥叫分类？</a:t>
            </a:r>
          </a:p>
        </p:txBody>
      </p:sp>
      <p:sp>
        <p:nvSpPr>
          <p:cNvPr id="9225" name="Line 9" title="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 flipV="1">
            <a:off x="7217275" y="1598773"/>
            <a:ext cx="869156" cy="33694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ea typeface="微软雅黑"/>
            </a:endParaRPr>
          </a:p>
        </p:txBody>
      </p:sp>
      <p:sp>
        <p:nvSpPr>
          <p:cNvPr id="3" name="Text Box 7" title="">
            <a:extLst>
              <a:ext uri="{FF2B5EF4-FFF2-40B4-BE49-F238E27FC236}">
                <a16:creationId xmlns:a16="http://schemas.microsoft.com/office/drawing/2014/main" id="{8DEE1BA9-01BF-35D7-8CD2-C2F05E5DE3C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1761" y="648492"/>
            <a:ext cx="5508625" cy="10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分类：</a:t>
            </a:r>
            <a:endParaRPr lang="en-US" altLang="zh-CN" b="1">
              <a:solidFill>
                <a:prstClr val="black"/>
              </a:solidFill>
              <a:latin typeface="Arial"/>
              <a:ea typeface="微软雅黑"/>
              <a:cs typeface="+mn-ea"/>
              <a:sym typeface="+mn-lt"/>
            </a:endParaRPr>
          </a:p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根据研究对象的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/>
                <a:cs typeface="+mn-ea"/>
                <a:sym typeface="+mn-lt"/>
              </a:rPr>
              <a:t>共同点和差异点</a:t>
            </a: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，将它们区分为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/>
                <a:cs typeface="+mn-ea"/>
                <a:sym typeface="+mn-lt"/>
              </a:rPr>
              <a:t>不同种类和层次</a:t>
            </a:r>
            <a:r>
              <a:rPr lang="zh-CN" altLang="en-US" b="1">
                <a:solidFill>
                  <a:prstClr val="black"/>
                </a:solidFill>
                <a:latin typeface="Arial"/>
                <a:ea typeface="微软雅黑"/>
                <a:cs typeface="+mn-ea"/>
                <a:sym typeface="+mn-lt"/>
              </a:rPr>
              <a:t>的科学方法。</a:t>
            </a:r>
          </a:p>
        </p:txBody>
      </p:sp>
      <p:grpSp>
        <p:nvGrpSpPr>
          <p:cNvPr id="7" name="组合 6" title="">
            <a:extLst>
              <a:ext uri="{FF2B5EF4-FFF2-40B4-BE49-F238E27FC236}">
                <a16:creationId xmlns:a16="http://schemas.microsoft.com/office/drawing/2014/main" id="{43EFA77D-5BB6-5976-23D8-46D18E2D0400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34140" y="1799743"/>
            <a:ext cx="7443467" cy="1046641"/>
            <a:chOff x="1134502" y="2935516"/>
            <a:chExt cx="9924622" cy="139552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F941012-3F13-2ECF-76CB-56AEBAFA7F8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34502" y="3781113"/>
              <a:ext cx="9924622" cy="50677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5A4EB8-C3CA-A07A-D237-7E87ECB2110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56244" y="3802515"/>
              <a:ext cx="9479518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能够提高人们工作，学习的效率，使人们更快，更便捷地达到目的等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499D060-098E-BDFB-53D0-331D21F2C94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671056" y="2935516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生活中分类的意义</a:t>
              </a:r>
            </a:p>
          </p:txBody>
        </p:sp>
      </p:grpSp>
      <p:grpSp>
        <p:nvGrpSpPr>
          <p:cNvPr id="9" name="组合 8" title="">
            <a:extLst>
              <a:ext uri="{FF2B5EF4-FFF2-40B4-BE49-F238E27FC236}">
                <a16:creationId xmlns:a16="http://schemas.microsoft.com/office/drawing/2014/main" id="{07C5DB6A-35D6-DBFD-5E69-8036E6ECA54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78606" y="3177651"/>
            <a:ext cx="8586788" cy="1592373"/>
            <a:chOff x="371472" y="4584173"/>
            <a:chExt cx="11449050" cy="2123164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60FDC618-E7AD-765A-8D7E-53A15703C88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01783" y="5292420"/>
              <a:ext cx="11188429" cy="141491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>
                  <a:ea typeface="微软雅黑"/>
                </a:defRPr>
              </a:defPPr>
              <a:lvl1pPr algn="just" eaLnBrk="1" hangingPunct="1">
                <a:lnSpc>
                  <a:spcPct val="120000"/>
                </a:lnSpc>
                <a:buFont typeface="Wingdings" panose="05000000000000000000" pitchFamily="2" charset="2"/>
                <a:buChar char="u"/>
                <a:defRPr sz="2400">
                  <a:latin typeface="Arial" panose="02010609060101010101" pitchFamily="49" charset="-122"/>
                  <a:ea typeface="微软雅黑" panose="02010609060101010101" pitchFamily="49" charset="-122"/>
                </a:defRPr>
              </a:lvl1pPr>
            </a:lstStyle>
            <a:p>
              <a:pPr>
                <a:buNone/>
              </a:pPr>
              <a:r>
                <a:rPr lang="zh-CN" altLang="en-US" sz="1800" b="1">
                  <a:solidFill>
                    <a:srgbClr val="FF0000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分类是学习和研究化学物质及其变化的一种常用的科学方法。</a:t>
              </a:r>
              <a:r>
                <a:rPr lang="zh-CN" altLang="en-US" sz="1800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物质的种类繁多，运用分类可以将许多具有共性的物质归为一类，触类旁通，避免重复研究，而且可以更深刻领会物质的内在的区别与联系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B5DAD5-2CB8-EBF5-F2F5-7C48276C2E8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371472" y="5219921"/>
              <a:ext cx="11449050" cy="144586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20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76471D-1EEF-3BB5-56A4-A8BD27E1E22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662929" y="4584173"/>
              <a:ext cx="2708433" cy="528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化学中分类的意义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6503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50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5 / 30</a:t>
            </a:r>
          </a:p>
        </p:txBody>
      </p:sp>
      <p:sp>
        <p:nvSpPr>
          <p:cNvPr id="10149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48" name="SkinProgress"/>
          <p:cNvSpPr/>
          <p:nvPr/>
        </p:nvSpPr>
        <p:spPr>
          <a:xfrm>
            <a:off x="100584" y="4286250"/>
            <a:ext cx="41148" cy="8572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矩形: 圆角 1" title=""/>
          <p:cNvSpPr/>
          <p:nvPr>
            <p:custDataLst>
              <p:tags r:id="rId4"/>
            </p:custDataLst>
          </p:nvPr>
        </p:nvSpPr>
        <p:spPr>
          <a:xfrm>
            <a:off x="697230" y="975510"/>
            <a:ext cx="7863840" cy="3802230"/>
          </a:xfrm>
          <a:prstGeom prst="roundRect">
            <a:avLst/>
          </a:prstGeom>
          <a:noFill/>
          <a:ln>
            <a:solidFill>
              <a:srgbClr val="3BB5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a typeface="微软雅黑"/>
            </a:endParaRPr>
          </a:p>
        </p:txBody>
      </p:sp>
      <p:sp>
        <p:nvSpPr>
          <p:cNvPr id="4" name="矩形: 圆角 3" title=""/>
          <p:cNvSpPr/>
          <p:nvPr>
            <p:custDataLst>
              <p:tags r:id="rId5"/>
            </p:custDataLst>
          </p:nvPr>
        </p:nvSpPr>
        <p:spPr>
          <a:xfrm>
            <a:off x="1897380" y="733503"/>
            <a:ext cx="5255447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a typeface="微软雅黑"/>
            </a:endParaRPr>
          </a:p>
        </p:txBody>
      </p:sp>
      <p:sp>
        <p:nvSpPr>
          <p:cNvPr id="8" name="TextBox 2" title=""/>
          <p:cNvSpPr txBox="1"/>
          <p:nvPr>
            <p:custDataLst>
              <p:tags r:id="rId6"/>
            </p:custDataLst>
          </p:nvPr>
        </p:nvSpPr>
        <p:spPr>
          <a:xfrm>
            <a:off x="873886" y="1263763"/>
            <a:ext cx="7561454" cy="32876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        氢是元素周期表中原子序数为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的元素，含氢元素的物质有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O</a:t>
            </a:r>
            <a:r>
              <a:rPr lang="zh-CN" altLang="en-US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</a:t>
            </a:r>
          </a:p>
          <a:p>
            <a:pPr eaLnBrk="0" latinLnBrk="1" hangingPunct="0">
              <a:lnSpc>
                <a:spcPct val="150000"/>
              </a:lnSpc>
              <a:spcBef>
                <a:spcPts val="109"/>
              </a:spcBef>
            </a:pP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H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SO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等。碳是组成生物体的主要元素之一，</a:t>
            </a:r>
            <a:r>
              <a:rPr lang="zh-CN" altLang="en-US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金刚石、石墨、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60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、温室气体之一的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中都有碳元素的身影。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是一种活泼的金属，生理盐水中的 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NaCl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溶液、碱面里的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Na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、管道疏通剂的有效成分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NaOH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中都含有钠元素。钙是生长发育所必需的元素，自热米饭发热包中的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CaO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、用来杀菌除虫的波尔多液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[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由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Ca(OH)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2 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和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CuSO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配制而成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]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、大理石的主要成分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CaCO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都含有钙元素。钡是生产绿色烟花必须添加的一种元素，用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x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射线检查肠胃病时病人服用的 </a:t>
            </a:r>
            <a:r>
              <a:rPr lang="en-US" altLang="zh-CN" b="1" kern="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BaSO</a:t>
            </a:r>
            <a:r>
              <a:rPr lang="en-US" altLang="zh-CN" b="1" kern="0" baseline="-25000">
                <a:solidFill>
                  <a:srgbClr val="FF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浊液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(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俗称钡餐</a:t>
            </a:r>
            <a:r>
              <a:rPr lang="en-US" altLang="zh-CN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)</a:t>
            </a:r>
            <a:r>
              <a:rPr lang="zh-CN" altLang="en-US" b="1" kern="0">
                <a:solidFill>
                  <a:srgbClr val="000000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当中也含有钡元素。</a:t>
            </a:r>
            <a:endParaRPr lang="zh-CN" altLang="en-US" b="1" baseline="-25000">
              <a:latin typeface="Arial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1991173" y="779526"/>
            <a:ext cx="516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有限的元素组成了种类繁多的物质 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44B71D6D-E7F5-6C64-A83B-71F109017E19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53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6 / 30</a:t>
            </a:r>
          </a:p>
        </p:txBody>
      </p:sp>
      <p:sp>
        <p:nvSpPr>
          <p:cNvPr id="10152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51" name="SkinProgress"/>
          <p:cNvSpPr/>
          <p:nvPr/>
        </p:nvSpPr>
        <p:spPr>
          <a:xfrm>
            <a:off x="100584" y="4114800"/>
            <a:ext cx="41148" cy="10287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B2A6214C-A0D3-BE03-0EA8-FFABE7635B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68091" y="686488"/>
            <a:ext cx="454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sz="2000" b="1">
                <a:effectLst/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sp>
        <p:nvSpPr>
          <p:cNvPr id="6" name="文本4" title="">
            <a:extLst>
              <a:ext uri="{FF2B5EF4-FFF2-40B4-BE49-F238E27FC236}">
                <a16:creationId xmlns:a16="http://schemas.microsoft.com/office/drawing/2014/main" id="{9BFC4301-81D2-0601-0821-C309F07F9A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08078" y="1205274"/>
            <a:ext cx="7725772" cy="13821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O、H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 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金刚石、石墨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60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、Na、NaCl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溶液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</a:t>
            </a:r>
          </a:p>
          <a:p>
            <a:pPr marL="0" algn="l">
              <a:lnSpc>
                <a:spcPts val="4600"/>
              </a:lnSpc>
            </a:pP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Na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、NaOH、CaO、Ca(OH)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、CuSO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、CaCO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、BaSO</a:t>
            </a:r>
            <a:r>
              <a:rPr lang="zh-CN" altLang="en-US" sz="2000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sz="20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浊液</a:t>
            </a:r>
          </a:p>
        </p:txBody>
      </p:sp>
      <p:sp>
        <p:nvSpPr>
          <p:cNvPr id="7" name="文本框 6" title="">
            <a:extLst>
              <a:ext uri="{FF2B5EF4-FFF2-40B4-BE49-F238E27FC236}">
                <a16:creationId xmlns:a16="http://schemas.microsoft.com/office/drawing/2014/main" id="{33E5186F-D6DD-5534-3037-2F8A0F8FF9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0209" y="2650619"/>
            <a:ext cx="8227814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2900" algn="just">
              <a:lnSpc>
                <a:spcPct val="150000"/>
              </a:lnSpc>
            </a:pPr>
            <a:r>
              <a:rPr lang="zh-CN" altLang="en-US" sz="2000" b="1">
                <a:latin typeface="+mj-ea"/>
                <a:ea typeface="微软雅黑"/>
                <a:cs typeface="ADLaM Display" panose="02010000000000000000" pitchFamily="2" charset="0"/>
                <a:sym typeface="+mn-lt"/>
              </a:rPr>
              <a:t>分类有一定的标淮，根据不同的标准，人们对研究对象进行不同的分类。在高中化学的学习中，对物质及其变化的分类标准将从物质的组成和性质等宏观视角，拓展到物质的构成、结构和参加化学反应的粒子等微观视角。</a:t>
            </a:r>
            <a:endParaRPr lang="en-US" altLang="zh-CN" sz="2000" b="1">
              <a:latin typeface="+mj-ea"/>
              <a:ea typeface="微软雅黑"/>
              <a:cs typeface="ADLaM Display" panose="02010000000000000000" pitchFamily="2" charset="0"/>
              <a:sym typeface="+mn-lt"/>
            </a:endParaRPr>
          </a:p>
        </p:txBody>
      </p:sp>
      <p:sp>
        <p:nvSpPr>
          <p:cNvPr id="8" name="矩形 7" title="">
            <a:extLst>
              <a:ext uri="{FF2B5EF4-FFF2-40B4-BE49-F238E27FC236}">
                <a16:creationId xmlns:a16="http://schemas.microsoft.com/office/drawing/2014/main" id="{4BC7D54C-67B2-C520-AE54-4EDD8076FDA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5109360"/>
      </p:ext>
    </p:extLst>
  </p:cSld>
  <p:clrMapOvr>
    <a:masterClrMapping/>
  </p:clrMapOvr>
  <p:transition>
    <p:zoom/>
  </p:transition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56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7 / 30</a:t>
            </a:r>
          </a:p>
        </p:txBody>
      </p:sp>
      <p:sp>
        <p:nvSpPr>
          <p:cNvPr id="10155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54" name="SkinProgress"/>
          <p:cNvSpPr/>
          <p:nvPr/>
        </p:nvSpPr>
        <p:spPr>
          <a:xfrm>
            <a:off x="100584" y="3943350"/>
            <a:ext cx="41148" cy="12001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3" name="矩形 2" title=""/>
          <p:cNvSpPr/>
          <p:nvPr>
            <p:custDataLst>
              <p:tags r:id="rId3"/>
            </p:custDataLst>
          </p:nvPr>
        </p:nvSpPr>
        <p:spPr>
          <a:xfrm>
            <a:off x="3231815" y="657365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5" name="文本占位符 2" title=""/>
          <p:cNvSpPr txBox="1"/>
          <p:nvPr>
            <p:custDataLst>
              <p:tags r:id="rId4"/>
            </p:custDataLst>
          </p:nvPr>
        </p:nvSpPr>
        <p:spPr>
          <a:xfrm>
            <a:off x="700593" y="904009"/>
            <a:ext cx="561693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grpSp>
        <p:nvGrpSpPr>
          <p:cNvPr id="157" name="组合 156" title=""/>
          <p:cNvGrpSpPr/>
          <p:nvPr>
            <p:custDataLst>
              <p:tags r:id="rId5"/>
            </p:custDataLst>
          </p:nvPr>
        </p:nvGrpSpPr>
        <p:grpSpPr>
          <a:xfrm>
            <a:off x="6884644" y="2648851"/>
            <a:ext cx="761747" cy="345736"/>
            <a:chOff x="9118147" y="4130988"/>
            <a:chExt cx="1015663" cy="460981"/>
          </a:xfrm>
        </p:grpSpPr>
        <p:sp>
          <p:nvSpPr>
            <p:cNvPr id="154" name="矩形: 圆角 153"/>
            <p:cNvSpPr/>
            <p:nvPr>
              <p:custDataLst>
                <p:tags r:id="rId6"/>
              </p:custDataLst>
            </p:nvPr>
          </p:nvSpPr>
          <p:spPr>
            <a:xfrm>
              <a:off x="9140271" y="4168641"/>
              <a:ext cx="971415" cy="354876"/>
            </a:xfrm>
            <a:prstGeom prst="roundRect">
              <a:avLst>
                <a:gd name="adj" fmla="val 50000"/>
              </a:avLst>
            </a:prstGeom>
            <a:solidFill>
              <a:srgbClr val="00A5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7"/>
              </p:custDataLst>
            </p:nvPr>
          </p:nvSpPr>
          <p:spPr>
            <a:xfrm>
              <a:off x="9118147" y="4130988"/>
              <a:ext cx="1015663" cy="4609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氧化物</a:t>
              </a:r>
            </a:p>
          </p:txBody>
        </p:sp>
      </p:grpSp>
      <p:grpSp>
        <p:nvGrpSpPr>
          <p:cNvPr id="158" name="组合 157" title=""/>
          <p:cNvGrpSpPr/>
          <p:nvPr>
            <p:custDataLst>
              <p:tags r:id="rId8"/>
            </p:custDataLst>
          </p:nvPr>
        </p:nvGrpSpPr>
        <p:grpSpPr>
          <a:xfrm>
            <a:off x="7638143" y="2674490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55" name="矩形: 圆角 154"/>
            <p:cNvSpPr/>
            <p:nvPr>
              <p:custDataLst>
                <p:tags r:id="rId9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10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酸</a:t>
              </a:r>
            </a:p>
          </p:txBody>
        </p:sp>
      </p:grpSp>
      <p:grpSp>
        <p:nvGrpSpPr>
          <p:cNvPr id="7" name="组合 6" title=""/>
          <p:cNvGrpSpPr/>
          <p:nvPr>
            <p:custDataLst>
              <p:tags r:id="rId11"/>
            </p:custDataLst>
          </p:nvPr>
        </p:nvGrpSpPr>
        <p:grpSpPr>
          <a:xfrm>
            <a:off x="5238954" y="2761819"/>
            <a:ext cx="1607157" cy="843221"/>
            <a:chOff x="6928429" y="4067153"/>
            <a:chExt cx="2142876" cy="1124294"/>
          </a:xfrm>
        </p:grpSpPr>
        <p:sp>
          <p:nvSpPr>
            <p:cNvPr id="122" name="文本框 121"/>
            <p:cNvSpPr txBox="1"/>
            <p:nvPr>
              <p:custDataLst>
                <p:tags r:id="rId12"/>
              </p:custDataLst>
            </p:nvPr>
          </p:nvSpPr>
          <p:spPr>
            <a:xfrm>
              <a:off x="7410280" y="4067153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无机化合物</a:t>
              </a:r>
            </a:p>
          </p:txBody>
        </p:sp>
        <p:sp>
          <p:nvSpPr>
            <p:cNvPr id="123" name="文本框 122"/>
            <p:cNvSpPr txBox="1"/>
            <p:nvPr>
              <p:custDataLst>
                <p:tags r:id="rId13"/>
              </p:custDataLst>
            </p:nvPr>
          </p:nvSpPr>
          <p:spPr>
            <a:xfrm>
              <a:off x="7414441" y="4696695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有机化合物</a:t>
              </a:r>
            </a:p>
          </p:txBody>
        </p:sp>
        <p:sp>
          <p:nvSpPr>
            <p:cNvPr id="145" name="左大括号 144"/>
            <p:cNvSpPr/>
            <p:nvPr>
              <p:custDataLst>
                <p:tags r:id="rId14"/>
              </p:custDataLst>
            </p:nvPr>
          </p:nvSpPr>
          <p:spPr>
            <a:xfrm>
              <a:off x="6928429" y="4325206"/>
              <a:ext cx="512629" cy="698173"/>
            </a:xfrm>
            <a:prstGeom prst="leftBrace">
              <a:avLst>
                <a:gd name="adj1" fmla="val 0"/>
                <a:gd name="adj2" fmla="val 5955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9" name="组合 8" title=""/>
          <p:cNvGrpSpPr/>
          <p:nvPr>
            <p:custDataLst>
              <p:tags r:id="rId15"/>
            </p:custDataLst>
          </p:nvPr>
        </p:nvGrpSpPr>
        <p:grpSpPr>
          <a:xfrm>
            <a:off x="5269196" y="1799798"/>
            <a:ext cx="1612468" cy="843221"/>
            <a:chOff x="6917187" y="5326237"/>
            <a:chExt cx="2149957" cy="1124295"/>
          </a:xfrm>
        </p:grpSpPr>
        <p:sp>
          <p:nvSpPr>
            <p:cNvPr id="120" name="文本框 119"/>
            <p:cNvSpPr txBox="1"/>
            <p:nvPr>
              <p:custDataLst>
                <p:tags r:id="rId16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cs typeface="+mn-ea"/>
                  <a:ea typeface="微软雅黑"/>
                </a:defRPr>
              </a:lvl1pPr>
            </a:lstStyle>
            <a:p>
              <a:r>
                <a:rPr lang="zh-CN" altLang="en-US" sz="1650">
                  <a:latin typeface="Arial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121" name="文本框 120"/>
            <p:cNvSpPr txBox="1"/>
            <p:nvPr>
              <p:custDataLst>
                <p:tags r:id="rId17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cs typeface="+mn-ea"/>
                  <a:ea typeface="微软雅黑"/>
                </a:defRPr>
              </a:lvl1pPr>
            </a:lstStyle>
            <a:p>
              <a:r>
                <a:rPr lang="zh-CN" altLang="en-US" sz="1650">
                  <a:latin typeface="Arial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146" name="左大括号 145"/>
            <p:cNvSpPr/>
            <p:nvPr>
              <p:custDataLst>
                <p:tags r:id="rId18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9"/>
            </p:custDataLst>
          </p:nvPr>
        </p:nvGrpSpPr>
        <p:grpSpPr>
          <a:xfrm>
            <a:off x="3982740" y="2149733"/>
            <a:ext cx="1193901" cy="1281661"/>
            <a:chOff x="5240698" y="4543002"/>
            <a:chExt cx="1591867" cy="1708880"/>
          </a:xfrm>
        </p:grpSpPr>
        <p:sp>
          <p:nvSpPr>
            <p:cNvPr id="142" name="文本框 141"/>
            <p:cNvSpPr txBox="1"/>
            <p:nvPr>
              <p:custDataLst>
                <p:tags r:id="rId20"/>
              </p:custDataLst>
            </p:nvPr>
          </p:nvSpPr>
          <p:spPr>
            <a:xfrm>
              <a:off x="5688874" y="5757132"/>
              <a:ext cx="1092606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化合物</a:t>
              </a:r>
            </a:p>
          </p:txBody>
        </p:sp>
        <p:sp>
          <p:nvSpPr>
            <p:cNvPr id="148" name="左大括号 147"/>
            <p:cNvSpPr/>
            <p:nvPr>
              <p:custDataLst>
                <p:tags r:id="rId21"/>
              </p:custDataLst>
            </p:nvPr>
          </p:nvSpPr>
          <p:spPr>
            <a:xfrm>
              <a:off x="5240698" y="4813122"/>
              <a:ext cx="512629" cy="1266041"/>
            </a:xfrm>
            <a:prstGeom prst="leftBrace">
              <a:avLst>
                <a:gd name="adj1" fmla="val 0"/>
                <a:gd name="adj2" fmla="val 88872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52" name="文本框 151"/>
            <p:cNvSpPr txBox="1"/>
            <p:nvPr>
              <p:custDataLst>
                <p:tags r:id="rId22"/>
              </p:custDataLst>
            </p:nvPr>
          </p:nvSpPr>
          <p:spPr>
            <a:xfrm>
              <a:off x="6022086" y="4543002"/>
              <a:ext cx="810479" cy="4947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grpSp>
        <p:nvGrpSpPr>
          <p:cNvPr id="159" name="组合 158" title=""/>
          <p:cNvGrpSpPr/>
          <p:nvPr>
            <p:custDataLst>
              <p:tags r:id="rId23"/>
            </p:custDataLst>
          </p:nvPr>
        </p:nvGrpSpPr>
        <p:grpSpPr>
          <a:xfrm>
            <a:off x="7993058" y="2676733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0" name="矩形: 圆角 159"/>
            <p:cNvSpPr/>
            <p:nvPr>
              <p:custDataLst>
                <p:tags r:id="rId24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1" name="文本框 160"/>
            <p:cNvSpPr txBox="1"/>
            <p:nvPr>
              <p:custDataLst>
                <p:tags r:id="rId25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碱</a:t>
              </a:r>
            </a:p>
          </p:txBody>
        </p:sp>
      </p:grpSp>
      <p:grpSp>
        <p:nvGrpSpPr>
          <p:cNvPr id="162" name="组合 161" title=""/>
          <p:cNvGrpSpPr/>
          <p:nvPr>
            <p:custDataLst>
              <p:tags r:id="rId26"/>
            </p:custDataLst>
          </p:nvPr>
        </p:nvGrpSpPr>
        <p:grpSpPr>
          <a:xfrm>
            <a:off x="8403787" y="2690709"/>
            <a:ext cx="377027" cy="345736"/>
            <a:chOff x="10193812" y="4162056"/>
            <a:chExt cx="502703" cy="460981"/>
          </a:xfrm>
          <a:solidFill>
            <a:schemeClr val="accent5">
              <a:lumMod val="75000"/>
            </a:schemeClr>
          </a:solidFill>
        </p:grpSpPr>
        <p:sp>
          <p:nvSpPr>
            <p:cNvPr id="163" name="矩形: 圆角 162"/>
            <p:cNvSpPr/>
            <p:nvPr>
              <p:custDataLst>
                <p:tags r:id="rId27"/>
              </p:custDataLst>
            </p:nvPr>
          </p:nvSpPr>
          <p:spPr>
            <a:xfrm>
              <a:off x="10223292" y="4172172"/>
              <a:ext cx="443740" cy="44374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5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28"/>
              </p:custDataLst>
            </p:nvPr>
          </p:nvSpPr>
          <p:spPr>
            <a:xfrm>
              <a:off x="10193812" y="4162056"/>
              <a:ext cx="502703" cy="460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盐</a:t>
              </a:r>
            </a:p>
          </p:txBody>
        </p:sp>
      </p:grpSp>
      <p:grpSp>
        <p:nvGrpSpPr>
          <p:cNvPr id="19" name="组合 18" title=""/>
          <p:cNvGrpSpPr/>
          <p:nvPr>
            <p:custDataLst>
              <p:tags r:id="rId29"/>
            </p:custDataLst>
          </p:nvPr>
        </p:nvGrpSpPr>
        <p:grpSpPr>
          <a:xfrm>
            <a:off x="610967" y="2178903"/>
            <a:ext cx="1354998" cy="947783"/>
            <a:chOff x="797315" y="3893145"/>
            <a:chExt cx="1806664" cy="1263711"/>
          </a:xfrm>
        </p:grpSpPr>
        <p:cxnSp>
          <p:nvCxnSpPr>
            <p:cNvPr id="138" name="直接连接符 137"/>
            <p:cNvCxnSpPr/>
            <p:nvPr>
              <p:custDataLst>
                <p:tags r:id="rId30"/>
              </p:custDataLst>
            </p:nvPr>
          </p:nvCxnSpPr>
          <p:spPr>
            <a:xfrm>
              <a:off x="1085850" y="5156856"/>
              <a:ext cx="151812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>
              <p:custDataLst>
                <p:tags r:id="rId31"/>
              </p:custDataLst>
            </p:nvPr>
          </p:nvGrpSpPr>
          <p:grpSpPr>
            <a:xfrm>
              <a:off x="797315" y="3893145"/>
              <a:ext cx="1535866" cy="1246907"/>
              <a:chOff x="797315" y="3893145"/>
              <a:chExt cx="1535866" cy="1246907"/>
            </a:xfrm>
          </p:grpSpPr>
          <p:sp>
            <p:nvSpPr>
              <p:cNvPr id="128" name="文本框 127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797315" y="3893145"/>
                <a:ext cx="1535866" cy="830314"/>
              </a:xfrm>
              <a:prstGeom prst="rect">
                <a:avLst/>
              </a:prstGeom>
              <a:noFill/>
              <a:ln>
                <a:solidFill>
                  <a:srgbClr val="BA7C9B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根据所含</a:t>
                </a:r>
                <a:r>
                  <a:rPr lang="zh-CN" altLang="en-US" sz="1500" b="1">
                    <a:solidFill>
                      <a:srgbClr val="FF0000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物质的种类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Arial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6" name="直接连接符 165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1841500" y="4692659"/>
                <a:ext cx="0" cy="447393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组合 22" title=""/>
          <p:cNvGrpSpPr/>
          <p:nvPr>
            <p:custDataLst>
              <p:tags r:id="rId34"/>
            </p:custDataLst>
          </p:nvPr>
        </p:nvGrpSpPr>
        <p:grpSpPr>
          <a:xfrm>
            <a:off x="2965901" y="1736596"/>
            <a:ext cx="1251282" cy="852614"/>
            <a:chOff x="3765867" y="4740295"/>
            <a:chExt cx="1505457" cy="1136819"/>
          </a:xfrm>
        </p:grpSpPr>
        <p:cxnSp>
          <p:nvCxnSpPr>
            <p:cNvPr id="140" name="直接连接符 139"/>
            <p:cNvCxnSpPr/>
            <p:nvPr>
              <p:custDataLst>
                <p:tags r:id="rId35"/>
              </p:custDataLst>
            </p:nvPr>
          </p:nvCxnSpPr>
          <p:spPr>
            <a:xfrm>
              <a:off x="4095750" y="5877114"/>
              <a:ext cx="117557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组合 168"/>
            <p:cNvGrpSpPr/>
            <p:nvPr>
              <p:custDataLst>
                <p:tags r:id="rId36"/>
              </p:custDataLst>
            </p:nvPr>
          </p:nvGrpSpPr>
          <p:grpSpPr>
            <a:xfrm>
              <a:off x="3765867" y="4740295"/>
              <a:ext cx="1505457" cy="1136819"/>
              <a:chOff x="3765867" y="4809131"/>
              <a:chExt cx="1505457" cy="1136819"/>
            </a:xfrm>
          </p:grpSpPr>
          <p:sp>
            <p:nvSpPr>
              <p:cNvPr id="129" name="文本框 12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3765867" y="4809131"/>
                <a:ext cx="1505457" cy="830313"/>
              </a:xfrm>
              <a:prstGeom prst="rect">
                <a:avLst/>
              </a:prstGeom>
              <a:noFill/>
              <a:ln w="12700">
                <a:solidFill>
                  <a:srgbClr val="00A5A9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500" b="1">
                    <a:solidFill>
                      <a:prstClr val="black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根据</a:t>
                </a:r>
                <a:r>
                  <a:rPr lang="zh-CN" altLang="en-US" sz="1500" b="1">
                    <a:solidFill>
                      <a:srgbClr val="FF0000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组成元素的种类</a:t>
                </a:r>
                <a:r>
                  <a:rPr lang="zh-CN" altLang="en-US" sz="1500" b="1">
                    <a:solidFill>
                      <a:prstClr val="black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数</a:t>
                </a:r>
                <a:endParaRPr lang="zh-CN" altLang="en-US" sz="1500" b="1">
                  <a:latin typeface="Arial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cxnSp>
            <p:nvCxnSpPr>
              <p:cNvPr id="167" name="直接连接符 166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4718447" y="5608645"/>
                <a:ext cx="0" cy="337305"/>
              </a:xfrm>
              <a:prstGeom prst="line">
                <a:avLst/>
              </a:prstGeom>
              <a:ln w="12700">
                <a:solidFill>
                  <a:srgbClr val="00A5A9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文本占位符 2" title=""/>
          <p:cNvSpPr txBox="1"/>
          <p:nvPr>
            <p:custDataLst>
              <p:tags r:id="rId39"/>
            </p:custDataLst>
          </p:nvPr>
        </p:nvSpPr>
        <p:spPr>
          <a:xfrm>
            <a:off x="519404" y="1607277"/>
            <a:ext cx="1619673" cy="347981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树状分类法举例</a:t>
            </a:r>
          </a:p>
        </p:txBody>
      </p:sp>
      <p:sp>
        <p:nvSpPr>
          <p:cNvPr id="175" name="Text Box 23" title="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219725" y="336812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溶液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6" name="Text Box 23" title="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905816" y="2143315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铁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7" name="Text Box 23" title="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7062269" y="171318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氧气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8" name="Text Box 23" title="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7004926" y="2918353"/>
            <a:ext cx="505267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水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79" name="Text Box 23" title="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7539010" y="2980972"/>
            <a:ext cx="69762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硫酸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0" name="Text Box 23" title="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646391" y="2263711"/>
            <a:ext cx="108234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氢氧化钠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181" name="Text Box 23" title="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8227611" y="3072995"/>
            <a:ext cx="889988" cy="34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</a:t>
            </a:r>
            <a:r>
              <a:rPr kumimoji="1" lang="zh-CN" altLang="en-US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碳酸钙</a:t>
            </a:r>
            <a:r>
              <a:rPr kumimoji="1" lang="en-US" altLang="zh-CN" sz="15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endParaRPr kumimoji="1" lang="zh-CN" altLang="en-US" sz="15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130" name="组合 129" title=""/>
          <p:cNvGrpSpPr/>
          <p:nvPr>
            <p:custDataLst>
              <p:tags r:id="rId47"/>
            </p:custDataLst>
          </p:nvPr>
        </p:nvGrpSpPr>
        <p:grpSpPr>
          <a:xfrm>
            <a:off x="159746" y="2927526"/>
            <a:ext cx="657245" cy="393066"/>
            <a:chOff x="1340020" y="2494452"/>
            <a:chExt cx="876327" cy="524088"/>
          </a:xfrm>
        </p:grpSpPr>
        <p:sp>
          <p:nvSpPr>
            <p:cNvPr id="131" name="矩形: 圆角 130"/>
            <p:cNvSpPr/>
            <p:nvPr>
              <p:custDataLst>
                <p:tags r:id="rId48"/>
              </p:custDataLst>
            </p:nvPr>
          </p:nvSpPr>
          <p:spPr>
            <a:xfrm>
              <a:off x="1340020" y="2494452"/>
              <a:ext cx="876327" cy="522645"/>
            </a:xfrm>
            <a:prstGeom prst="roundRect">
              <a:avLst>
                <a:gd name="adj" fmla="val 10058"/>
              </a:avLst>
            </a:prstGeom>
            <a:solidFill>
              <a:schemeClr val="accent6"/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6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  <p:sp>
          <p:nvSpPr>
            <p:cNvPr id="132" name="文本框 131"/>
            <p:cNvSpPr txBox="1"/>
            <p:nvPr>
              <p:custDataLst>
                <p:tags r:id="rId49"/>
              </p:custDataLst>
            </p:nvPr>
          </p:nvSpPr>
          <p:spPr>
            <a:xfrm>
              <a:off x="1372944" y="2523788"/>
              <a:ext cx="810479" cy="494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5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物质</a:t>
              </a:r>
            </a:p>
          </p:txBody>
        </p:sp>
        <p:sp>
          <p:nvSpPr>
            <p:cNvPr id="133" name="矩形 132"/>
            <p:cNvSpPr/>
            <p:nvPr>
              <p:custDataLst>
                <p:tags r:id="rId50"/>
              </p:custDataLst>
            </p:nvPr>
          </p:nvSpPr>
          <p:spPr>
            <a:xfrm>
              <a:off x="1392423" y="2557337"/>
              <a:ext cx="771520" cy="39687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51"/>
            </p:custDataLst>
          </p:nvPr>
        </p:nvGrpSpPr>
        <p:grpSpPr>
          <a:xfrm>
            <a:off x="1811545" y="2425981"/>
            <a:ext cx="1375841" cy="1455718"/>
            <a:chOff x="2347665" y="4188142"/>
            <a:chExt cx="1834455" cy="1940958"/>
          </a:xfrm>
        </p:grpSpPr>
        <p:grpSp>
          <p:nvGrpSpPr>
            <p:cNvPr id="117" name="组合 116"/>
            <p:cNvGrpSpPr/>
            <p:nvPr>
              <p:custDataLst>
                <p:tags r:id="rId52"/>
              </p:custDataLst>
            </p:nvPr>
          </p:nvGrpSpPr>
          <p:grpSpPr>
            <a:xfrm>
              <a:off x="2880527" y="4188142"/>
              <a:ext cx="1294221" cy="494753"/>
              <a:chOff x="2052212" y="2361994"/>
              <a:chExt cx="1294221" cy="494753"/>
            </a:xfrm>
          </p:grpSpPr>
          <p:sp>
            <p:nvSpPr>
              <p:cNvPr id="118" name="矩形: 圆角 117"/>
              <p:cNvSpPr/>
              <p:nvPr>
                <p:custDataLst>
                  <p:tags r:id="rId53"/>
                </p:custDataLst>
              </p:nvPr>
            </p:nvSpPr>
            <p:spPr>
              <a:xfrm>
                <a:off x="2052212" y="2439880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2153019" y="2361994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混合物</a:t>
                </a:r>
              </a:p>
            </p:txBody>
          </p:sp>
        </p:grpSp>
        <p:grpSp>
          <p:nvGrpSpPr>
            <p:cNvPr id="134" name="组合 133"/>
            <p:cNvGrpSpPr/>
            <p:nvPr>
              <p:custDataLst>
                <p:tags r:id="rId55"/>
              </p:custDataLst>
            </p:nvPr>
          </p:nvGrpSpPr>
          <p:grpSpPr>
            <a:xfrm>
              <a:off x="2887899" y="5634347"/>
              <a:ext cx="1294221" cy="494753"/>
              <a:chOff x="2052212" y="3574622"/>
              <a:chExt cx="1294221" cy="494753"/>
            </a:xfrm>
          </p:grpSpPr>
          <p:sp>
            <p:nvSpPr>
              <p:cNvPr id="135" name="矩形: 圆角 134"/>
              <p:cNvSpPr/>
              <p:nvPr>
                <p:custDataLst>
                  <p:tags r:id="rId56"/>
                </p:custDataLst>
              </p:nvPr>
            </p:nvSpPr>
            <p:spPr>
              <a:xfrm>
                <a:off x="2052212" y="3619488"/>
                <a:ext cx="1294221" cy="374240"/>
              </a:xfrm>
              <a:prstGeom prst="roundRect">
                <a:avLst>
                  <a:gd name="adj" fmla="val 19458"/>
                </a:avLst>
              </a:prstGeom>
              <a:solidFill>
                <a:srgbClr val="006D70"/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1650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Times New Roman" panose="02020603050405020304" charset="0"/>
                  <a:sym typeface="+mn-lt"/>
                </a:endParaRPr>
              </a:p>
            </p:txBody>
          </p:sp>
          <p:sp>
            <p:nvSpPr>
              <p:cNvPr id="136" name="文本框 135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2153019" y="3574622"/>
                <a:ext cx="1092606" cy="494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50" b="1">
                    <a:solidFill>
                      <a:schemeClr val="bg1"/>
                    </a:solidFill>
                    <a:latin typeface="Arial"/>
                    <a:ea typeface="微软雅黑" panose="020b0503020204020204" pitchFamily="34" charset="-122"/>
                    <a:cs typeface="+mn-ea"/>
                    <a:sym typeface="+mn-lt"/>
                  </a:rPr>
                  <a:t>纯净物</a:t>
                </a:r>
              </a:p>
            </p:txBody>
          </p:sp>
        </p:grpSp>
        <p:sp>
          <p:nvSpPr>
            <p:cNvPr id="137" name="左大括号 136"/>
            <p:cNvSpPr/>
            <p:nvPr>
              <p:custDataLst>
                <p:tags r:id="rId58"/>
              </p:custDataLst>
            </p:nvPr>
          </p:nvSpPr>
          <p:spPr>
            <a:xfrm>
              <a:off x="2347665" y="4451256"/>
              <a:ext cx="512629" cy="140829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8F896988-3451-E610-374D-8525333E08C8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519404" y="1206996"/>
            <a:ext cx="817916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50" b="1"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对</a:t>
            </a:r>
            <a:r>
              <a:rPr lang="zh-CN" altLang="en-US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同一类事物</a:t>
            </a:r>
            <a:r>
              <a:rPr lang="zh-CN" altLang="en-US" sz="1650" b="1"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按照属性进一步进行细化分类的方法</a:t>
            </a:r>
            <a:r>
              <a:rPr kumimoji="1" lang="zh-CN" altLang="en-US" sz="1650" b="1"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1" lang="zh-CN" altLang="en-US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分级，递进，每一级一个分类标准</a:t>
            </a:r>
          </a:p>
        </p:txBody>
      </p:sp>
      <p:sp>
        <p:nvSpPr>
          <p:cNvPr id="8" name="文本占位符 2" title="">
            <a:extLst>
              <a:ext uri="{FF2B5EF4-FFF2-40B4-BE49-F238E27FC236}">
                <a16:creationId xmlns:a16="http://schemas.microsoft.com/office/drawing/2014/main" id="{59FBFEA4-0459-F9BA-C4CA-9ED582A53F24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662590" y="3822238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特点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7B30F20E-E8A6-8B9C-4F23-D6176832A996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451150" y="3928626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同一层级</a:t>
            </a:r>
            <a:r>
              <a:rPr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的物质为并列关系</a:t>
            </a:r>
            <a:endParaRPr lang="zh-CN" altLang="en-US" sz="1650" b="1">
              <a:latin typeface="Arial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 title="">
            <a:extLst>
              <a:ext uri="{FF2B5EF4-FFF2-40B4-BE49-F238E27FC236}">
                <a16:creationId xmlns:a16="http://schemas.microsoft.com/office/drawing/2014/main" id="{A019004E-203C-B34C-47C1-6A7784C3C319}"/>
              </a:ext>
            </a:extLst>
          </p:cNvPr>
          <p:cNvGrpSpPr/>
          <p:nvPr>
            <p:custDataLst>
              <p:tags r:id="rId62"/>
            </p:custDataLst>
          </p:nvPr>
        </p:nvGrpSpPr>
        <p:grpSpPr>
          <a:xfrm>
            <a:off x="1430904" y="4378706"/>
            <a:ext cx="2936305" cy="741367"/>
            <a:chOff x="967396" y="4041190"/>
            <a:chExt cx="3915073" cy="98849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6A4C5EE-AA37-AAF6-0E6F-4CAAEFF18A1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67396" y="4041190"/>
              <a:ext cx="1600200" cy="98849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latin typeface="Arial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Fe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19C7A0C-2492-3149-A89A-5B30FD84041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3200029" y="4041190"/>
              <a:ext cx="1682440" cy="86989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3000" b="1">
                  <a:solidFill>
                    <a:schemeClr val="tx1"/>
                  </a:solidFill>
                  <a:latin typeface="Arial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CO</a:t>
              </a:r>
              <a:r>
                <a:rPr lang="en-US" altLang="zh-CN" sz="3000" b="1" baseline="-25000">
                  <a:solidFill>
                    <a:schemeClr val="tx1"/>
                  </a:solidFill>
                  <a:latin typeface="Arial"/>
                  <a:ea typeface="微软雅黑" panose="020b0503020204020204" pitchFamily="34" charset="-122"/>
                  <a:cs typeface="Times New Roman" panose="02020603050405020304" charset="0"/>
                  <a:sym typeface="+mn-lt"/>
                </a:rPr>
                <a:t>2</a:t>
              </a:r>
            </a:p>
          </p:txBody>
        </p:sp>
      </p:grpSp>
      <p:sp>
        <p:nvSpPr>
          <p:cNvPr id="14" name="文本框 13" title="">
            <a:extLst>
              <a:ext uri="{FF2B5EF4-FFF2-40B4-BE49-F238E27FC236}">
                <a16:creationId xmlns:a16="http://schemas.microsoft.com/office/drawing/2014/main" id="{7AC9FD39-4BB2-9F53-CAA7-DC8FE9B52EA9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4743189" y="3908693"/>
            <a:ext cx="2723823" cy="371064"/>
          </a:xfrm>
          <a:prstGeom prst="rect">
            <a:avLst/>
          </a:prstGeom>
          <a:solidFill>
            <a:srgbClr val="ECDCE4"/>
          </a:solidFill>
          <a:ln w="12700"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上下层级</a:t>
            </a:r>
            <a:r>
              <a:rPr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的物质为包含关系</a:t>
            </a:r>
            <a:endParaRPr lang="zh-CN" altLang="en-US" sz="1650" b="1">
              <a:latin typeface="Arial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 title="">
            <a:extLst>
              <a:ext uri="{FF2B5EF4-FFF2-40B4-BE49-F238E27FC236}">
                <a16:creationId xmlns:a16="http://schemas.microsoft.com/office/drawing/2014/main" id="{3C4C297B-BEE8-A8D3-360F-D60FC8F9A6C7}"/>
              </a:ext>
            </a:extLst>
          </p:cNvPr>
          <p:cNvGrpSpPr/>
          <p:nvPr>
            <p:custDataLst>
              <p:tags r:id="rId66"/>
            </p:custDataLst>
          </p:nvPr>
        </p:nvGrpSpPr>
        <p:grpSpPr>
          <a:xfrm>
            <a:off x="4841534" y="4311614"/>
            <a:ext cx="2624571" cy="807082"/>
            <a:chOff x="7155892" y="4645293"/>
            <a:chExt cx="3499428" cy="16002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6B1341F-FDC8-8D48-0590-51D739A2641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155892" y="4645293"/>
              <a:ext cx="3499428" cy="16002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r>
                <a:rPr lang="zh-CN" altLang="en-US" sz="1500" b="1">
                  <a:solidFill>
                    <a:schemeClr val="bg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纯净物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9FEF0C8-E861-81F9-EB73-5A7A10129785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26748" y="4974991"/>
              <a:ext cx="1028329" cy="102832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350" b="1">
                  <a:solidFill>
                    <a:schemeClr val="tx1"/>
                  </a:solidFill>
                  <a:latin typeface="Arial"/>
                  <a:ea typeface="微软雅黑" panose="020b0503020204020204" pitchFamily="34" charset="-122"/>
                  <a:cs typeface="+mn-ea"/>
                  <a:sym typeface="+mn-lt"/>
                </a:rPr>
                <a:t>单质</a:t>
              </a:r>
            </a:p>
          </p:txBody>
        </p:sp>
      </p:grp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4A65C519-4983-0AB4-5624-679ACA276335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2" grpId="0"/>
      <p:bldP spid="8" grpId="0"/>
      <p:bldP spid="10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59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8 / 30</a:t>
            </a:r>
          </a:p>
        </p:txBody>
      </p:sp>
      <p:sp>
        <p:nvSpPr>
          <p:cNvPr id="10158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57" name="SkinProgress"/>
          <p:cNvSpPr/>
          <p:nvPr/>
        </p:nvSpPr>
        <p:spPr>
          <a:xfrm>
            <a:off x="100584" y="3771900"/>
            <a:ext cx="41148" cy="137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36680" y="1667334"/>
            <a:ext cx="3813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如何对短文中划线的物质进行分类</a:t>
            </a:r>
            <a:r>
              <a:rPr lang="zh-CN" altLang="en-US" b="1"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？ </a:t>
            </a:r>
          </a:p>
        </p:txBody>
      </p:sp>
      <p:pic>
        <p:nvPicPr>
          <p:cNvPr id="14" name="组织结构图1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7964" y="1792395"/>
            <a:ext cx="8586788" cy="2822388"/>
          </a:xfrm>
          <a:prstGeom prst="rect">
            <a:avLst/>
          </a:prstGeom>
        </p:spPr>
      </p:pic>
      <p:grpSp>
        <p:nvGrpSpPr>
          <p:cNvPr id="15" name="组合1" title=""/>
          <p:cNvGrpSpPr/>
          <p:nvPr>
            <p:custDataLst>
              <p:tags r:id="rId7"/>
            </p:custDataLst>
          </p:nvPr>
        </p:nvGrpSpPr>
        <p:grpSpPr>
          <a:xfrm>
            <a:off x="197964" y="4153847"/>
            <a:ext cx="1956238" cy="907365"/>
            <a:chExt cx="2608317" cy="1209820"/>
          </a:xfrm>
        </p:grpSpPr>
        <p:sp>
          <p:nvSpPr>
            <p:cNvPr id="16" name="文本12"/>
            <p:cNvSpPr txBox="1"/>
            <p:nvPr>
              <p:custDataLst>
                <p:tags r:id="rId8"/>
              </p:custDataLst>
            </p:nvPr>
          </p:nvSpPr>
          <p:spPr>
            <a:xfrm>
              <a:off x="0" y="0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Na</a:t>
              </a:r>
            </a:p>
          </p:txBody>
        </p:sp>
        <p:sp>
          <p:nvSpPr>
            <p:cNvPr id="17" name="文本13"/>
            <p:cNvSpPr txBox="1"/>
            <p:nvPr>
              <p:custDataLst>
                <p:tags r:id="rId9"/>
              </p:custDataLst>
            </p:nvPr>
          </p:nvSpPr>
          <p:spPr>
            <a:xfrm>
              <a:off x="484833" y="19347"/>
              <a:ext cx="2123484" cy="119047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H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2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、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石墨</a:t>
              </a:r>
              <a:r>
                <a:rPr lang="zh-CN" altLang="en-US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、C</a:t>
              </a:r>
              <a:r>
                <a:rPr lang="zh-CN" altLang="en-US" baseline="-25000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60</a:t>
              </a:r>
            </a:p>
          </p:txBody>
        </p:sp>
      </p:grpSp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438462" y="4422669"/>
            <a:ext cx="706788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CaO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7078769" y="4030756"/>
            <a:ext cx="1038973" cy="1168055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Na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CuSO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CaCO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3676509" y="4483454"/>
            <a:ext cx="1471169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O、CO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5112175" y="3976289"/>
            <a:ext cx="1133523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H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 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</a:p>
        </p:txBody>
      </p:sp>
      <p:sp>
        <p:nvSpPr>
          <p:cNvPr id="22" name="文本6" title=""/>
          <p:cNvSpPr txBox="1"/>
          <p:nvPr>
            <p:custDataLst>
              <p:tags r:id="rId14"/>
            </p:custDataLst>
          </p:nvPr>
        </p:nvSpPr>
        <p:spPr>
          <a:xfrm>
            <a:off x="6079982" y="4009505"/>
            <a:ext cx="961070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NaOH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Ca(OH)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</a:p>
        </p:txBody>
      </p:sp>
      <p:sp>
        <p:nvSpPr>
          <p:cNvPr id="23" name="文本7" title=""/>
          <p:cNvSpPr txBox="1"/>
          <p:nvPr>
            <p:custDataLst>
              <p:tags r:id="rId15"/>
            </p:custDataLst>
          </p:nvPr>
        </p:nvSpPr>
        <p:spPr>
          <a:xfrm>
            <a:off x="7660161" y="2983378"/>
            <a:ext cx="1285875" cy="82632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NaCl溶液</a:t>
            </a:r>
          </a:p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BaSO</a:t>
            </a:r>
            <a:r>
              <a:rPr lang="zh-CN" altLang="en-US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浊液</a:t>
            </a:r>
          </a:p>
        </p:txBody>
      </p:sp>
      <p:sp>
        <p:nvSpPr>
          <p:cNvPr id="24" name="文本8" title=""/>
          <p:cNvSpPr txBox="1"/>
          <p:nvPr>
            <p:custDataLst>
              <p:tags r:id="rId16"/>
            </p:custDataLst>
          </p:nvPr>
        </p:nvSpPr>
        <p:spPr>
          <a:xfrm>
            <a:off x="904146" y="2329449"/>
            <a:ext cx="2401193" cy="48460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625"/>
              </a:lnSpc>
            </a:pPr>
            <a:r>
              <a:rPr lang="zh-CN" altLang="en-US">
                <a:solidFill>
                  <a:srgbClr val="006EFF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按物质的组成分类</a:t>
            </a:r>
          </a:p>
        </p:txBody>
      </p:sp>
      <p:sp>
        <p:nvSpPr>
          <p:cNvPr id="5" name="文本4" title="">
            <a:extLst>
              <a:ext uri="{FF2B5EF4-FFF2-40B4-BE49-F238E27FC236}">
                <a16:creationId xmlns:a16="http://schemas.microsoft.com/office/drawing/2014/main" id="{B44A23A6-3548-DCA1-6447-41FE603A07D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226199" y="753851"/>
            <a:ext cx="6891543" cy="68506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O、H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 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金刚石、石墨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60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、Na、NaCl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溶液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</a:t>
            </a:r>
          </a:p>
          <a:p>
            <a:pPr marL="0" algn="l">
              <a:lnSpc>
                <a:spcPct val="150000"/>
              </a:lnSpc>
            </a:pP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Na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、NaOH、CaO、Ca(OH)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2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、CuSO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、CaCO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3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、BaSO</a:t>
            </a:r>
            <a:r>
              <a:rPr lang="zh-CN" altLang="en-US" b="1" i="0" baseline="-25000">
                <a:solidFill>
                  <a:srgbClr val="000000">
                    <a:alpha val="100000"/>
                  </a:srgbClr>
                </a:solidFill>
                <a:latin typeface="Arial"/>
                <a:ea typeface="微软雅黑" panose="02020603050405020304"/>
              </a:rPr>
              <a:t>4</a:t>
            </a:r>
            <a:r>
              <a:rPr lang="zh-CN" altLang="en-US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浊液</a:t>
            </a:r>
          </a:p>
        </p:txBody>
      </p:sp>
      <p:sp>
        <p:nvSpPr>
          <p:cNvPr id="6" name="矩形 5" title="">
            <a:extLst>
              <a:ext uri="{FF2B5EF4-FFF2-40B4-BE49-F238E27FC236}">
                <a16:creationId xmlns:a16="http://schemas.microsoft.com/office/drawing/2014/main" id="{C7F3BD44-53CC-BEDD-CA83-DA4913CC830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072158" y="480740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分类法一          </a:t>
            </a:r>
            <a:r>
              <a:rPr lang="zh-CN" altLang="en-US" sz="1650" b="1" kern="1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树状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6CA917EA-5E35-3379-B481-3E0DFF0EA6E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41B16-9A54-F912-8778-6069BB80F042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62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9 / 30</a:t>
            </a:r>
          </a:p>
        </p:txBody>
      </p:sp>
      <p:sp>
        <p:nvSpPr>
          <p:cNvPr id="10161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60" name="SkinProgress"/>
          <p:cNvSpPr/>
          <p:nvPr/>
        </p:nvSpPr>
        <p:spPr>
          <a:xfrm>
            <a:off x="100584" y="3600450"/>
            <a:ext cx="41148" cy="15430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CDBEB012-9F5A-EED4-1758-E1B1A0E43B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01810" y="694508"/>
            <a:ext cx="2670924" cy="371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分类法二 </a:t>
            </a:r>
            <a:r>
              <a:rPr lang="zh-CN" altLang="en-US" sz="1650" b="1" kern="100">
                <a:solidFill>
                  <a:schemeClr val="bg1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</a:t>
            </a: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交叉分类法</a:t>
            </a:r>
          </a:p>
        </p:txBody>
      </p:sp>
      <p:sp>
        <p:nvSpPr>
          <p:cNvPr id="26" name="文本占位符 2" title="">
            <a:extLst>
              <a:ext uri="{FF2B5EF4-FFF2-40B4-BE49-F238E27FC236}">
                <a16:creationId xmlns:a16="http://schemas.microsoft.com/office/drawing/2014/main" id="{2C5598E6-A434-724A-BFF1-1FA8536860E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9113" y="1147012"/>
            <a:ext cx="561692" cy="347980"/>
          </a:xfrm>
          <a:prstGeom prst="rect">
            <a:avLst/>
          </a:prstGeom>
        </p:spPr>
        <p:txBody>
          <a:bodyPr vert="horz" wrap="non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概念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4E2A7238-F438-EE75-06D8-83CC7CB436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6545" y="1425723"/>
            <a:ext cx="6732898" cy="37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根据</a:t>
            </a:r>
            <a:r>
              <a:rPr lang="zh-CN" altLang="zh-CN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不同</a:t>
            </a:r>
            <a:r>
              <a:rPr lang="zh-CN" altLang="zh-CN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的分类标准，对进</a:t>
            </a:r>
            <a:r>
              <a:rPr lang="zh-CN" altLang="zh-CN" sz="165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+mn-ea"/>
                <a:sym typeface="+mn-lt"/>
              </a:rPr>
              <a:t>同一事物</a:t>
            </a:r>
            <a:r>
              <a:rPr lang="zh-CN" altLang="zh-CN" sz="165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行多种分类的一种分类方法</a:t>
            </a:r>
            <a:endParaRPr lang="en-US" altLang="zh-CN" sz="1650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9B6859F-CD99-B193-57A5-BF66D2FE109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1077" y="2240297"/>
            <a:ext cx="819455" cy="371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示例</a:t>
            </a:r>
            <a:r>
              <a:rPr lang="zh-CN" altLang="zh-CN" sz="1650" b="1" kern="10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：</a:t>
            </a:r>
            <a:endParaRPr lang="en-US" altLang="zh-CN" sz="1650" b="1" kern="100" baseline="-25000">
              <a:solidFill>
                <a:schemeClr val="accent5">
                  <a:lumMod val="75000"/>
                </a:schemeClr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sp>
        <p:nvSpPr>
          <p:cNvPr id="30" name="矩形 29" title="">
            <a:extLst>
              <a:ext uri="{FF2B5EF4-FFF2-40B4-BE49-F238E27FC236}">
                <a16:creationId xmlns:a16="http://schemas.microsoft.com/office/drawing/2014/main" id="{9BE66013-8584-F812-1D99-EE489844028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7" name="图片 16" title="">
            <a:extLst>
              <a:ext uri="{FF2B5EF4-FFF2-40B4-BE49-F238E27FC236}">
                <a16:creationId xmlns:a16="http://schemas.microsoft.com/office/drawing/2014/main" id="{681A2855-6CED-9613-2424-8249031EAD9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16201" y="2277449"/>
            <a:ext cx="3780864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 title="">
            <a:extLst>
              <a:ext uri="{FF2B5EF4-FFF2-40B4-BE49-F238E27FC236}">
                <a16:creationId xmlns:a16="http://schemas.microsoft.com/office/drawing/2014/main" id="{C7C058E8-31BE-EE44-F0AC-02D8DDBB08F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78701" y="1873912"/>
            <a:ext cx="5059628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sym typeface="+mn-ea"/>
              </a:rPr>
              <a:t>基于物质的组成、结构、性质、用途等多角度分类</a:t>
            </a:r>
            <a:endParaRPr lang="zh-CN" altLang="en-US" b="1">
              <a:latin typeface="微软雅黑" panose="020b0503020204020204" charset="-122"/>
              <a:ea typeface="微软雅黑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 title="">
            <a:extLst>
              <a:ext uri="{FF2B5EF4-FFF2-40B4-BE49-F238E27FC236}">
                <a16:creationId xmlns:a16="http://schemas.microsoft.com/office/drawing/2014/main" id="{71504584-A4D4-5948-B7A4-CC5EC048146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26545" y="4651023"/>
            <a:ext cx="7690909" cy="276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ea"/>
              </a:rPr>
              <a:t>特点：</a:t>
            </a: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华文中宋" panose="02010600040101010101" charset="-122"/>
                <a:sym typeface="+mn-ea"/>
              </a:rPr>
              <a:t>对一种事物用两种及以上标准分类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/>
                <a:cs typeface="华文中宋" panose="02010600040101010101" charset="-122"/>
                <a:sym typeface="+mn-ea"/>
              </a:rPr>
              <a:t>,</a:t>
            </a:r>
            <a:r>
              <a:rPr lang="zh-CN" altLang="en-US" b="1">
                <a:latin typeface="微软雅黑" panose="020b0503020204020204" charset="-122"/>
                <a:ea typeface="微软雅黑"/>
                <a:sym typeface="+mn-ea"/>
              </a:rPr>
              <a:t>物质类别间有相交叉的部分</a:t>
            </a:r>
            <a:r>
              <a:rPr lang="en-US" altLang="zh-CN" b="1">
                <a:latin typeface="微软雅黑" panose="020b0503020204020204" charset="-122"/>
                <a:ea typeface="微软雅黑"/>
                <a:sym typeface="+mn-ea"/>
              </a:rPr>
              <a:t>.</a:t>
            </a:r>
            <a:endParaRPr lang="en-US" altLang="zh-CN" b="1">
              <a:solidFill>
                <a:schemeClr val="tx2"/>
              </a:solidFill>
              <a:latin typeface="微软雅黑" panose="020b0503020204020204" charset="-122"/>
              <a:ea typeface="微软雅黑"/>
              <a:cs typeface="华文中宋" panose="02010600040101010101" charset="-122"/>
              <a:sym typeface="+mn-ea"/>
            </a:endParaRPr>
          </a:p>
        </p:txBody>
      </p:sp>
      <p:sp>
        <p:nvSpPr>
          <p:cNvPr id="15" name="右大括号 33804" title="">
            <a:extLst>
              <a:ext uri="{FF2B5EF4-FFF2-40B4-BE49-F238E27FC236}">
                <a16:creationId xmlns:a16="http://schemas.microsoft.com/office/drawing/2014/main" id="{C13B7B7E-4C47-BB09-6BEA-81F32696095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690460" y="2418918"/>
            <a:ext cx="282274" cy="785695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/>
            </a:endParaRPr>
          </a:p>
        </p:txBody>
      </p:sp>
      <p:sp>
        <p:nvSpPr>
          <p:cNvPr id="22" name="文本框 33802" title="">
            <a:extLst>
              <a:ext uri="{FF2B5EF4-FFF2-40B4-BE49-F238E27FC236}">
                <a16:creationId xmlns:a16="http://schemas.microsoft.com/office/drawing/2014/main" id="{BB9CC8ED-F7E9-05CE-05AB-6981207FA35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972734" y="2458776"/>
            <a:ext cx="137826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</a:rPr>
              <a:t>根据组成的阳离子分类</a:t>
            </a:r>
          </a:p>
        </p:txBody>
      </p:sp>
      <p:sp>
        <p:nvSpPr>
          <p:cNvPr id="24" name="右大括号 33805" title="">
            <a:extLst>
              <a:ext uri="{FF2B5EF4-FFF2-40B4-BE49-F238E27FC236}">
                <a16:creationId xmlns:a16="http://schemas.microsoft.com/office/drawing/2014/main" id="{DFC4345D-6847-319D-0879-9ADAE6F8FC6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697065" y="3452199"/>
            <a:ext cx="361474" cy="713073"/>
          </a:xfrm>
          <a:prstGeom prst="rightBrace">
            <a:avLst>
              <a:gd name="adj1" fmla="val 43101"/>
              <a:gd name="adj2" fmla="val 50000"/>
            </a:avLst>
          </a:prstGeom>
          <a:ln w="38100">
            <a:solidFill>
              <a:srgbClr val="617AB4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anchor="t">
            <a:scene3d>
              <a:camera prst="orthographicFront"/>
              <a:lightRig rig="threePt" dir="t"/>
            </a:scene3d>
          </a:bodyPr>
          <a:lstStyle/>
          <a:p>
            <a:endParaRPr lang="zh-CN" altLang="en-US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/>
            </a:endParaRPr>
          </a:p>
        </p:txBody>
      </p:sp>
      <p:sp>
        <p:nvSpPr>
          <p:cNvPr id="27" name="文本框 33803" title="">
            <a:extLst>
              <a:ext uri="{FF2B5EF4-FFF2-40B4-BE49-F238E27FC236}">
                <a16:creationId xmlns:a16="http://schemas.microsoft.com/office/drawing/2014/main" id="{121B35EA-8BFB-7B51-5301-52953AC358F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972734" y="3412972"/>
            <a:ext cx="147732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/>
              </a:rPr>
              <a:t>根据组成的阴离子分类</a:t>
            </a:r>
          </a:p>
        </p:txBody>
      </p:sp>
    </p:spTree>
    <p:extLst>
      <p:ext uri="{BB962C8B-B14F-4D97-AF65-F5344CB8AC3E}">
        <p14:creationId xmlns:p14="http://schemas.microsoft.com/office/powerpoint/2010/main" val="3038452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1" grpId="0" animBg="1"/>
      <p:bldP spid="15" grpId="0" animBg="1"/>
      <p:bldP spid="22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65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10 / 30</a:t>
            </a:r>
          </a:p>
        </p:txBody>
      </p:sp>
      <p:sp>
        <p:nvSpPr>
          <p:cNvPr id="10164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63" name="SkinProgress"/>
          <p:cNvSpPr/>
          <p:nvPr/>
        </p:nvSpPr>
        <p:spPr>
          <a:xfrm>
            <a:off x="100584" y="3429000"/>
            <a:ext cx="41148" cy="17145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grpSp>
        <p:nvGrpSpPr>
          <p:cNvPr id="8" name="组合1" title=""/>
          <p:cNvGrpSpPr/>
          <p:nvPr>
            <p:custDataLst>
              <p:tags r:id="rId4"/>
            </p:custDataLst>
          </p:nvPr>
        </p:nvGrpSpPr>
        <p:grpSpPr>
          <a:xfrm>
            <a:off x="4913720" y="2433694"/>
            <a:ext cx="3784994" cy="2324665"/>
            <a:chOff x="145830" y="0"/>
            <a:chExt cx="5046659" cy="3990111"/>
          </a:xfrm>
        </p:grpSpPr>
        <p:sp>
          <p:nvSpPr>
            <p:cNvPr id="9" name="文本7"/>
            <p:cNvSpPr txBox="1"/>
            <p:nvPr>
              <p:custDataLst>
                <p:tags r:id="rId5"/>
              </p:custDataLst>
            </p:nvPr>
          </p:nvSpPr>
          <p:spPr>
            <a:xfrm>
              <a:off x="145830" y="2995066"/>
              <a:ext cx="5046659" cy="995045"/>
            </a:xfrm>
            <a:prstGeom prst="rect">
              <a:avLst/>
            </a:prstGeom>
            <a:noFill/>
          </p:spPr>
          <p:txBody>
            <a:bodyPr anchor="t"/>
            <a:lstStyle/>
            <a:p>
              <a:r>
                <a:rPr lang="zh-CN" altLang="en-US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由同一种元素形成的几种性质不同的单质叫做这种元素的</a:t>
              </a:r>
              <a:r>
                <a:rPr lang="zh-CN" altLang="en-US" b="1">
                  <a:solidFill>
                    <a:srgbClr val="FF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同素异形体</a:t>
              </a:r>
            </a:p>
          </p:txBody>
        </p:sp>
        <p:pic>
          <p:nvPicPr>
            <p:cNvPr id="10" name="图片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6"/>
            <a:srcRect b="48181"/>
            <a:stretch>
              <a:fillRect/>
            </a:stretch>
          </p:blipFill>
          <p:spPr>
            <a:xfrm>
              <a:off x="271625" y="192148"/>
              <a:ext cx="2895600" cy="1103076"/>
            </a:xfrm>
            <a:prstGeom prst="rect">
              <a:avLst/>
            </a:prstGeom>
          </p:spPr>
        </p:pic>
        <p:pic>
          <p:nvPicPr>
            <p:cNvPr id="11" name="图片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3326631" y="1487001"/>
              <a:ext cx="1208742" cy="1267711"/>
            </a:xfrm>
            <a:prstGeom prst="rect">
              <a:avLst/>
            </a:prstGeom>
          </p:spPr>
        </p:pic>
        <p:pic>
          <p:nvPicPr>
            <p:cNvPr id="12" name="图片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0"/>
            <a:srcRect l="11403" r="11491"/>
            <a:stretch>
              <a:fillRect/>
            </a:stretch>
          </p:blipFill>
          <p:spPr>
            <a:xfrm>
              <a:off x="3167196" y="0"/>
              <a:ext cx="1675686" cy="1486672"/>
            </a:xfrm>
            <a:prstGeom prst="rect">
              <a:avLst/>
            </a:prstGeom>
          </p:spPr>
        </p:pic>
        <p:pic>
          <p:nvPicPr>
            <p:cNvPr id="13" name="图片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6"/>
            <a:srcRect t="53030"/>
            <a:stretch>
              <a:fillRect/>
            </a:stretch>
          </p:blipFill>
          <p:spPr>
            <a:xfrm>
              <a:off x="271673" y="1621641"/>
              <a:ext cx="2895600" cy="998424"/>
            </a:xfrm>
            <a:prstGeom prst="rect">
              <a:avLst/>
            </a:prstGeom>
          </p:spPr>
        </p:pic>
      </p:grpSp>
      <p:sp>
        <p:nvSpPr>
          <p:cNvPr id="19" name="矩形 18" title="">
            <a:extLst>
              <a:ext uri="{FF2B5EF4-FFF2-40B4-BE49-F238E27FC236}">
                <a16:creationId xmlns:a16="http://schemas.microsoft.com/office/drawing/2014/main" id="{96188860-DB1A-39C5-16D8-35D5624B92D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 title="">
            <a:extLst>
              <a:ext uri="{FF2B5EF4-FFF2-40B4-BE49-F238E27FC236}">
                <a16:creationId xmlns:a16="http://schemas.microsoft.com/office/drawing/2014/main" id="{8D93D744-FEB4-8981-6302-ACCA0267CFB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27871" y="561286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对</a:t>
            </a:r>
            <a:r>
              <a:rPr lang="zh-CN" altLang="en-US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单质</a:t>
            </a:r>
            <a:r>
              <a:rPr lang="zh-CN" altLang="zh-CN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进行分类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1" name="圆角矩形 20" title="">
            <a:extLst>
              <a:ext uri="{FF2B5EF4-FFF2-40B4-BE49-F238E27FC236}">
                <a16:creationId xmlns:a16="http://schemas.microsoft.com/office/drawing/2014/main" id="{5C4F1D8F-54CB-B831-93D3-403C2CB84A3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69675" y="1130721"/>
            <a:ext cx="965835" cy="365284"/>
          </a:xfrm>
          <a:prstGeom prst="round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单质</a:t>
            </a:r>
          </a:p>
        </p:txBody>
      </p:sp>
      <p:sp>
        <p:nvSpPr>
          <p:cNvPr id="22" name="文本框 21" title="">
            <a:extLst>
              <a:ext uri="{FF2B5EF4-FFF2-40B4-BE49-F238E27FC236}">
                <a16:creationId xmlns:a16="http://schemas.microsoft.com/office/drawing/2014/main" id="{D396810A-AB90-D83B-2EE8-91E932B63DC7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58178" y="1569236"/>
            <a:ext cx="7766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1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）定义：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由</a:t>
            </a:r>
            <a:r>
              <a:rPr lang="zh-CN" altLang="zh-CN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组成的纯净物（同种元素可能会组成不同的单质）</a:t>
            </a:r>
            <a:endParaRPr lang="en-US" altLang="zh-CN" b="1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23" name="组合 22" title="">
            <a:extLst>
              <a:ext uri="{FF2B5EF4-FFF2-40B4-BE49-F238E27FC236}">
                <a16:creationId xmlns:a16="http://schemas.microsoft.com/office/drawing/2014/main" id="{1B9C6672-E6D3-E08A-B82D-F567BDC2D9E9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580618" y="2011799"/>
            <a:ext cx="1612468" cy="843221"/>
            <a:chOff x="6917187" y="5326237"/>
            <a:chExt cx="2149957" cy="112429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4625DFA-305C-ABE9-C0BE-8AF652B4E04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7410280" y="5326237"/>
              <a:ext cx="165686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cs typeface="+mn-ea"/>
                  <a:ea typeface="微软雅黑"/>
                </a:defRPr>
              </a:lvl1pPr>
            </a:lstStyle>
            <a:p>
              <a:r>
                <a:rPr lang="zh-CN" altLang="en-US" sz="1650">
                  <a:latin typeface="Arial"/>
                  <a:ea typeface="微软雅黑" panose="020b0503020204020204" pitchFamily="34" charset="-122"/>
                  <a:sym typeface="+mn-lt"/>
                </a:rPr>
                <a:t>非金属单质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1E9A3D2-2105-A871-3D70-67ACD45FC1E2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7410280" y="5955780"/>
              <a:ext cx="1374734" cy="494752"/>
            </a:xfrm>
            <a:prstGeom prst="rect">
              <a:avLst/>
            </a:prstGeom>
            <a:solidFill>
              <a:srgbClr val="ECDCE4"/>
            </a:solidFill>
            <a:ln w="12700">
              <a:solidFill>
                <a:schemeClr val="tx1"/>
              </a:solidFill>
              <a:prstDash val="dash"/>
            </a:ln>
          </p:spPr>
          <p:txBody>
            <a:bodyPr wrap="none" rtlCol="0">
              <a:spAutoFit/>
            </a:bodyPr>
            <a:lstStyle>
              <a:defPPr>
                <a:defRPr lang="en-US">
                  <a:ea typeface="微软雅黑"/>
                </a:defRPr>
              </a:defPPr>
              <a:lvl1pPr algn="ctr">
                <a:lnSpc>
                  <a:spcPct val="120000"/>
                </a:lnSpc>
                <a:defRPr sz="2200" b="1">
                  <a:cs typeface="+mn-ea"/>
                  <a:ea typeface="微软雅黑"/>
                </a:defRPr>
              </a:lvl1pPr>
            </a:lstStyle>
            <a:p>
              <a:r>
                <a:rPr lang="zh-CN" altLang="en-US" sz="1650">
                  <a:latin typeface="Arial"/>
                  <a:ea typeface="微软雅黑" panose="020b0503020204020204" pitchFamily="34" charset="-122"/>
                  <a:sym typeface="+mn-lt"/>
                </a:rPr>
                <a:t>金属单质</a:t>
              </a:r>
            </a:p>
          </p:txBody>
        </p:sp>
        <p:sp>
          <p:nvSpPr>
            <p:cNvPr id="26" name="左大括号 25">
              <a:extLst>
                <a:ext uri="{FF2B5EF4-FFF2-40B4-BE49-F238E27FC236}">
                  <a16:creationId xmlns:a16="http://schemas.microsoft.com/office/drawing/2014/main" id="{8A0E19F7-55FF-99A2-AA77-BE31F50F5A2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917187" y="5600785"/>
              <a:ext cx="512629" cy="575959"/>
            </a:xfrm>
            <a:prstGeom prst="leftBrace">
              <a:avLst>
                <a:gd name="adj1" fmla="val 0"/>
                <a:gd name="adj2" fmla="val 67089"/>
              </a:avLst>
            </a:prstGeom>
            <a:ln w="190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35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endParaRPr>
            </a:p>
          </p:txBody>
        </p:sp>
      </p:grpSp>
      <p:grpSp>
        <p:nvGrpSpPr>
          <p:cNvPr id="27" name="组合1" title="">
            <a:extLst>
              <a:ext uri="{FF2B5EF4-FFF2-40B4-BE49-F238E27FC236}">
                <a16:creationId xmlns:a16="http://schemas.microsoft.com/office/drawing/2014/main" id="{8B2B709C-192D-B18F-9ED4-8D3604EB07F0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3151298" y="1949093"/>
            <a:ext cx="1592613" cy="1223180"/>
            <a:chOff x="551886" y="-506272"/>
            <a:chExt cx="2123484" cy="1630907"/>
          </a:xfrm>
        </p:grpSpPr>
        <p:sp>
          <p:nvSpPr>
            <p:cNvPr id="28" name="文本12">
              <a:extLst>
                <a:ext uri="{FF2B5EF4-FFF2-40B4-BE49-F238E27FC236}">
                  <a16:creationId xmlns:a16="http://schemas.microsoft.com/office/drawing/2014/main" id="{FF5DF403-0CE7-F780-9845-EC1A06A584C1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432797" y="-506272"/>
              <a:ext cx="786327" cy="646135"/>
            </a:xfrm>
            <a:prstGeom prst="rect">
              <a:avLst/>
            </a:prstGeom>
            <a:noFill/>
          </p:spPr>
          <p:txBody>
            <a:bodyPr anchor="t"/>
            <a:lstStyle/>
            <a:p>
              <a:pPr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Na</a:t>
              </a:r>
            </a:p>
          </p:txBody>
        </p:sp>
        <p:sp>
          <p:nvSpPr>
            <p:cNvPr id="29" name="文本13">
              <a:extLst>
                <a:ext uri="{FF2B5EF4-FFF2-40B4-BE49-F238E27FC236}">
                  <a16:creationId xmlns:a16="http://schemas.microsoft.com/office/drawing/2014/main" id="{0C436EAC-B39C-2830-8B17-41E8BF0F48B4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551886" y="139864"/>
              <a:ext cx="2123484" cy="98477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H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2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、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金刚石</a:t>
              </a:r>
            </a:p>
            <a:p>
              <a:pPr algn="ctr">
                <a:lnSpc>
                  <a:spcPts val="2625"/>
                </a:lnSpc>
              </a:pP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/>
                </a:rPr>
                <a:t>石墨</a:t>
              </a:r>
              <a:r>
                <a:rPr lang="zh-CN" altLang="en-US" sz="1600" b="1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、C</a:t>
              </a:r>
              <a:r>
                <a:rPr lang="zh-CN" altLang="en-US" sz="1600" b="1" baseline="-25000">
                  <a:solidFill>
                    <a:srgbClr val="000000">
                      <a:alpha val="100000"/>
                    </a:srgbClr>
                  </a:solidFill>
                  <a:latin typeface="Arial"/>
                  <a:ea typeface="微软雅黑" panose="02020603050405020304"/>
                </a:rPr>
                <a:t>60</a:t>
              </a:r>
            </a:p>
          </p:txBody>
        </p:sp>
      </p:grpSp>
      <p:sp>
        <p:nvSpPr>
          <p:cNvPr id="30" name="文本框 29" title="">
            <a:extLst>
              <a:ext uri="{FF2B5EF4-FFF2-40B4-BE49-F238E27FC236}">
                <a16:creationId xmlns:a16="http://schemas.microsoft.com/office/drawing/2014/main" id="{9D71A296-0D70-E036-B245-999254673CA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94262" y="3067306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31" name="文本框 30" title="">
            <a:extLst>
              <a:ext uri="{FF2B5EF4-FFF2-40B4-BE49-F238E27FC236}">
                <a16:creationId xmlns:a16="http://schemas.microsoft.com/office/drawing/2014/main" id="{54FE9C13-D266-D0F7-0597-E32B8696FC5B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56701" y="3785650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32" name="文本框 31" title="">
            <a:extLst>
              <a:ext uri="{FF2B5EF4-FFF2-40B4-BE49-F238E27FC236}">
                <a16:creationId xmlns:a16="http://schemas.microsoft.com/office/drawing/2014/main" id="{AC50169D-7FAC-1642-87E9-9EC6951AD82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087980" y="3970316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27" grpId="0" animBg="1"/>
      <p:bldP spid="30" grpId="0"/>
      <p:bldP spid="31" grpId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68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11 / 30</a:t>
            </a:r>
          </a:p>
        </p:txBody>
      </p:sp>
      <p:sp>
        <p:nvSpPr>
          <p:cNvPr id="10167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66" name="SkinProgress"/>
          <p:cNvSpPr/>
          <p:nvPr/>
        </p:nvSpPr>
        <p:spPr>
          <a:xfrm>
            <a:off x="100584" y="3257551"/>
            <a:ext cx="41148" cy="1885949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3" name="文本框 22" title=""/>
          <p:cNvSpPr txBox="1"/>
          <p:nvPr>
            <p:custDataLst>
              <p:tags r:id="rId3"/>
            </p:custDataLst>
          </p:nvPr>
        </p:nvSpPr>
        <p:spPr>
          <a:xfrm>
            <a:off x="-1626" y="1794190"/>
            <a:ext cx="2171700" cy="458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  <a:tabLst>
                <a:tab pos="2227898"/>
              </a:tabLst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）同素异形体</a:t>
            </a:r>
          </a:p>
        </p:txBody>
      </p:sp>
      <p:sp>
        <p:nvSpPr>
          <p:cNvPr id="24" name="左大括号 23" title=""/>
          <p:cNvSpPr/>
          <p:nvPr>
            <p:custDataLst>
              <p:tags r:id="rId4"/>
            </p:custDataLst>
          </p:nvPr>
        </p:nvSpPr>
        <p:spPr>
          <a:xfrm>
            <a:off x="1919386" y="742715"/>
            <a:ext cx="502444" cy="2525572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文本框 24" title=""/>
          <p:cNvSpPr txBox="1"/>
          <p:nvPr>
            <p:custDataLst>
              <p:tags r:id="rId5"/>
            </p:custDataLst>
          </p:nvPr>
        </p:nvSpPr>
        <p:spPr>
          <a:xfrm>
            <a:off x="2421830" y="586721"/>
            <a:ext cx="75247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定义</a:t>
            </a:r>
          </a:p>
        </p:txBody>
      </p:sp>
      <p:sp>
        <p:nvSpPr>
          <p:cNvPr id="26" name="文本框 25" title=""/>
          <p:cNvSpPr txBox="1"/>
          <p:nvPr>
            <p:custDataLst>
              <p:tags r:id="rId6"/>
            </p:custDataLst>
          </p:nvPr>
        </p:nvSpPr>
        <p:spPr>
          <a:xfrm>
            <a:off x="3284545" y="606480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同种元素组成不同的单质</a:t>
            </a:r>
          </a:p>
        </p:txBody>
      </p:sp>
      <p:sp>
        <p:nvSpPr>
          <p:cNvPr id="27" name="文本框 26" title=""/>
          <p:cNvSpPr txBox="1"/>
          <p:nvPr>
            <p:custDataLst>
              <p:tags r:id="rId7"/>
            </p:custDataLst>
          </p:nvPr>
        </p:nvSpPr>
        <p:spPr>
          <a:xfrm>
            <a:off x="2229776" y="1218834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形成方式</a:t>
            </a:r>
          </a:p>
        </p:txBody>
      </p:sp>
      <p:sp>
        <p:nvSpPr>
          <p:cNvPr id="28" name="文本框 27" title=""/>
          <p:cNvSpPr txBox="1"/>
          <p:nvPr>
            <p:custDataLst>
              <p:tags r:id="rId8"/>
            </p:custDataLst>
          </p:nvPr>
        </p:nvSpPr>
        <p:spPr>
          <a:xfrm>
            <a:off x="3458552" y="995311"/>
            <a:ext cx="3137535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①原子个数不同</a:t>
            </a:r>
          </a:p>
          <a:p>
            <a:pPr>
              <a:lnSpc>
                <a:spcPct val="150000"/>
              </a:lnSpc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②原子排列方式不同</a:t>
            </a:r>
          </a:p>
        </p:txBody>
      </p:sp>
      <p:sp>
        <p:nvSpPr>
          <p:cNvPr id="29" name="文本框 28" title=""/>
          <p:cNvSpPr txBox="1"/>
          <p:nvPr>
            <p:custDataLst>
              <p:tags r:id="rId9"/>
            </p:custDataLst>
          </p:nvPr>
        </p:nvSpPr>
        <p:spPr>
          <a:xfrm>
            <a:off x="2292293" y="183888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性质差异</a:t>
            </a:r>
          </a:p>
        </p:txBody>
      </p:sp>
      <p:sp>
        <p:nvSpPr>
          <p:cNvPr id="30" name="文本框 29" title=""/>
          <p:cNvSpPr txBox="1"/>
          <p:nvPr>
            <p:custDataLst>
              <p:tags r:id="rId10"/>
            </p:custDataLst>
          </p:nvPr>
        </p:nvSpPr>
        <p:spPr>
          <a:xfrm>
            <a:off x="3551497" y="1762975"/>
            <a:ext cx="313753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主要体现在物理性质上</a:t>
            </a:r>
          </a:p>
        </p:txBody>
      </p:sp>
      <p:sp>
        <p:nvSpPr>
          <p:cNvPr id="31" name="文本框 30" title=""/>
          <p:cNvSpPr txBox="1"/>
          <p:nvPr>
            <p:custDataLst>
              <p:tags r:id="rId11"/>
            </p:custDataLst>
          </p:nvPr>
        </p:nvSpPr>
        <p:spPr>
          <a:xfrm>
            <a:off x="2357062" y="2322732"/>
            <a:ext cx="1246823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相互转化</a:t>
            </a:r>
          </a:p>
        </p:txBody>
      </p:sp>
      <p:sp>
        <p:nvSpPr>
          <p:cNvPr id="32" name="文本框 31" title=""/>
          <p:cNvSpPr txBox="1"/>
          <p:nvPr>
            <p:custDataLst>
              <p:tags r:id="rId12"/>
            </p:custDataLst>
          </p:nvPr>
        </p:nvSpPr>
        <p:spPr>
          <a:xfrm>
            <a:off x="3664267" y="2355721"/>
            <a:ext cx="181546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属于化学变化</a:t>
            </a:r>
          </a:p>
        </p:txBody>
      </p:sp>
      <p:sp>
        <p:nvSpPr>
          <p:cNvPr id="33" name="文本框 32" title=""/>
          <p:cNvSpPr txBox="1"/>
          <p:nvPr>
            <p:custDataLst>
              <p:tags r:id="rId13"/>
            </p:custDataLst>
          </p:nvPr>
        </p:nvSpPr>
        <p:spPr>
          <a:xfrm>
            <a:off x="2241429" y="2898954"/>
            <a:ext cx="2036445" cy="369332"/>
          </a:xfrm>
          <a:prstGeom prst="rect">
            <a:avLst/>
          </a:prstGeom>
          <a:solidFill>
            <a:srgbClr val="ECDCE4"/>
          </a:solidFill>
          <a:ln>
            <a:solidFill>
              <a:srgbClr val="BA7C9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常见同素异形体</a:t>
            </a:r>
          </a:p>
        </p:txBody>
      </p:sp>
      <p:sp>
        <p:nvSpPr>
          <p:cNvPr id="34" name="文本框 33" title=""/>
          <p:cNvSpPr txBox="1"/>
          <p:nvPr>
            <p:custDataLst>
              <p:tags r:id="rId14"/>
            </p:custDataLst>
          </p:nvPr>
        </p:nvSpPr>
        <p:spPr>
          <a:xfrm>
            <a:off x="4342842" y="2692064"/>
            <a:ext cx="2682240" cy="11512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①金刚石、石墨和C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②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③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P(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红磷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白磷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B58F80D4-2F99-0810-A0ED-501B494498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58416" y="3897660"/>
            <a:ext cx="6505099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zh-CN" b="1">
                <a:solidFill>
                  <a:srgbClr val="1D41D5"/>
                </a:solidFill>
                <a:ea typeface="微软雅黑"/>
                <a:sym typeface="+mn-ea"/>
              </a:rPr>
              <a:t>由同种元素组成的物质，一定是纯净物吗？</a:t>
            </a:r>
            <a:endParaRPr lang="zh-CN" altLang="zh-CN" b="1">
              <a:solidFill>
                <a:srgbClr val="1D41D5"/>
              </a:solidFill>
              <a:ea typeface="微软雅黑"/>
              <a:cs typeface="+mn-ea"/>
              <a:sym typeface="+mn-ea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68B62DB-207B-7661-5694-BB5ADCEB0E3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74809" y="3821646"/>
            <a:ext cx="834698" cy="834698"/>
          </a:xfrm>
          <a:prstGeom prst="rect">
            <a:avLst/>
          </a:prstGeom>
        </p:spPr>
      </p:pic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CF374FA-C9C6-12D9-4E7C-7A3165D6405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84224" y="4386094"/>
            <a:ext cx="7850505" cy="4589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由同种元素组成的物质，不一定是纯净物。如氧气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和臭氧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(O</a:t>
            </a:r>
            <a:r>
              <a:rPr lang="en-US" altLang="zh-CN" b="1" kern="100" baseline="-250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)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的混合物。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C43E6AA-08D5-D8C0-6A42-2209B99F802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71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12 / 30</a:t>
            </a:r>
          </a:p>
        </p:txBody>
      </p:sp>
      <p:sp>
        <p:nvSpPr>
          <p:cNvPr id="10170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69" name="SkinProgress"/>
          <p:cNvSpPr/>
          <p:nvPr/>
        </p:nvSpPr>
        <p:spPr>
          <a:xfrm>
            <a:off x="100584" y="3086100"/>
            <a:ext cx="41148" cy="2057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4450" name="文本框 104449" title=""/>
          <p:cNvSpPr txBox="1"/>
          <p:nvPr>
            <p:custDataLst>
              <p:tags r:id="rId3"/>
            </p:custDataLst>
          </p:nvPr>
        </p:nvSpPr>
        <p:spPr>
          <a:xfrm>
            <a:off x="571976" y="2502932"/>
            <a:ext cx="1067991" cy="4321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氧化物</a:t>
            </a:r>
          </a:p>
        </p:txBody>
      </p:sp>
      <p:sp>
        <p:nvSpPr>
          <p:cNvPr id="104451" name="文本框 104450" title=""/>
          <p:cNvSpPr txBox="1"/>
          <p:nvPr>
            <p:custDataLst>
              <p:tags r:id="rId4"/>
            </p:custDataLst>
          </p:nvPr>
        </p:nvSpPr>
        <p:spPr>
          <a:xfrm>
            <a:off x="3694748" y="2664858"/>
            <a:ext cx="1521619" cy="3583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Arial"/>
                <a:ea typeface="微软雅黑" panose="020b0503020204020204" pitchFamily="34" charset="-122"/>
              </a:rPr>
              <a:t>酸性氧化物</a:t>
            </a:r>
          </a:p>
          <a:p>
            <a:pPr algn="ctr"/>
            <a:endParaRPr lang="zh-CN" altLang="en-US" sz="2100" b="1"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04452" name="文本框 104451" title=""/>
          <p:cNvSpPr txBox="1"/>
          <p:nvPr>
            <p:custDataLst>
              <p:tags r:id="rId5"/>
            </p:custDataLst>
          </p:nvPr>
        </p:nvSpPr>
        <p:spPr>
          <a:xfrm>
            <a:off x="3723323" y="3204210"/>
            <a:ext cx="1546622" cy="3333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Arial"/>
                <a:ea typeface="微软雅黑" panose="020b0503020204020204" pitchFamily="34" charset="-122"/>
              </a:rPr>
              <a:t>碱性氧化物</a:t>
            </a:r>
          </a:p>
          <a:p>
            <a:pPr algn="ctr"/>
            <a:endParaRPr lang="zh-CN" altLang="en-US" sz="2100" b="1"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04453" name="文本框 104452" title=""/>
          <p:cNvSpPr txBox="1"/>
          <p:nvPr>
            <p:custDataLst>
              <p:tags r:id="rId6"/>
            </p:custDataLst>
          </p:nvPr>
        </p:nvSpPr>
        <p:spPr>
          <a:xfrm>
            <a:off x="3723323" y="3731658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Arial"/>
                <a:ea typeface="微软雅黑" panose="020b0503020204020204" pitchFamily="34" charset="-122"/>
              </a:rPr>
              <a:t>不成盐氧化物</a:t>
            </a:r>
          </a:p>
        </p:txBody>
      </p:sp>
      <p:sp>
        <p:nvSpPr>
          <p:cNvPr id="104454" name="文本框 104453" title=""/>
          <p:cNvSpPr txBox="1"/>
          <p:nvPr>
            <p:custDataLst>
              <p:tags r:id="rId7"/>
            </p:custDataLst>
          </p:nvPr>
        </p:nvSpPr>
        <p:spPr>
          <a:xfrm>
            <a:off x="5685472" y="1480185"/>
            <a:ext cx="3090863" cy="3429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l"/>
            <a:r>
              <a:rPr lang="en-US" altLang="zh-CN" sz="2100" b="1" err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5" name="文本框 104454" title=""/>
          <p:cNvSpPr txBox="1"/>
          <p:nvPr>
            <p:custDataLst>
              <p:tags r:id="rId8"/>
            </p:custDataLst>
          </p:nvPr>
        </p:nvSpPr>
        <p:spPr>
          <a:xfrm>
            <a:off x="5741194" y="2108835"/>
            <a:ext cx="2220516" cy="33456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P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5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sp>
        <p:nvSpPr>
          <p:cNvPr id="104458" name="文本框 104457" title=""/>
          <p:cNvSpPr txBox="1"/>
          <p:nvPr>
            <p:custDataLst>
              <p:tags r:id="rId9"/>
            </p:custDataLst>
          </p:nvPr>
        </p:nvSpPr>
        <p:spPr>
          <a:xfrm>
            <a:off x="5380672" y="3735229"/>
            <a:ext cx="1509713" cy="373856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</a:p>
        </p:txBody>
      </p:sp>
      <p:grpSp>
        <p:nvGrpSpPr>
          <p:cNvPr id="104459" name="组合 104458" title=""/>
          <p:cNvGrpSpPr/>
          <p:nvPr>
            <p:custDataLst>
              <p:tags r:id="rId10"/>
            </p:custDataLst>
          </p:nvPr>
        </p:nvGrpSpPr>
        <p:grpSpPr>
          <a:xfrm>
            <a:off x="1653064" y="1889626"/>
            <a:ext cx="2008064" cy="1393166"/>
            <a:chOff x="1248" y="1781"/>
            <a:chExt cx="1285" cy="1051"/>
          </a:xfrm>
        </p:grpSpPr>
        <p:sp>
          <p:nvSpPr>
            <p:cNvPr id="16393" name="文本框 104459"/>
            <p:cNvSpPr txBox="1"/>
            <p:nvPr>
              <p:custDataLst>
                <p:tags r:id="rId11"/>
              </p:custDataLst>
            </p:nvPr>
          </p:nvSpPr>
          <p:spPr>
            <a:xfrm>
              <a:off x="1371" y="1781"/>
              <a:ext cx="1162" cy="289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Arial"/>
                  <a:ea typeface="微软雅黑" panose="020b0503020204020204" pitchFamily="34" charset="-122"/>
                </a:rPr>
                <a:t>从组成元素分</a:t>
              </a:r>
            </a:p>
          </p:txBody>
        </p:sp>
        <p:sp>
          <p:nvSpPr>
            <p:cNvPr id="16394" name="左大括号 104460"/>
            <p:cNvSpPr/>
            <p:nvPr>
              <p:custDataLst>
                <p:tags r:id="rId12"/>
              </p:custDataLst>
            </p:nvPr>
          </p:nvSpPr>
          <p:spPr>
            <a:xfrm>
              <a:off x="1248" y="1920"/>
              <a:ext cx="96" cy="912"/>
            </a:xfrm>
            <a:prstGeom prst="leftBrace">
              <a:avLst>
                <a:gd name="adj1" fmla="val 78770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104462" name="文本框 104461" title=""/>
          <p:cNvSpPr txBox="1"/>
          <p:nvPr>
            <p:custDataLst>
              <p:tags r:id="rId13"/>
            </p:custDataLst>
          </p:nvPr>
        </p:nvSpPr>
        <p:spPr>
          <a:xfrm>
            <a:off x="3849052" y="2141220"/>
            <a:ext cx="1940243" cy="342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sz="2100" b="1">
                <a:latin typeface="Arial"/>
                <a:ea typeface="微软雅黑" panose="020b0503020204020204" pitchFamily="34" charset="-122"/>
              </a:rPr>
              <a:t>非金属氧化物</a:t>
            </a:r>
          </a:p>
        </p:txBody>
      </p:sp>
      <p:grpSp>
        <p:nvGrpSpPr>
          <p:cNvPr id="104463" name="组合 104462" title=""/>
          <p:cNvGrpSpPr/>
          <p:nvPr>
            <p:custDataLst>
              <p:tags r:id="rId14"/>
            </p:custDataLst>
          </p:nvPr>
        </p:nvGrpSpPr>
        <p:grpSpPr>
          <a:xfrm>
            <a:off x="3703320" y="1480185"/>
            <a:ext cx="1782939" cy="914400"/>
            <a:chOff x="2160" y="1392"/>
            <a:chExt cx="1262" cy="768"/>
          </a:xfrm>
        </p:grpSpPr>
        <p:sp>
          <p:nvSpPr>
            <p:cNvPr id="16397" name="文本框 104463"/>
            <p:cNvSpPr txBox="1"/>
            <p:nvPr>
              <p:custDataLst>
                <p:tags r:id="rId15"/>
              </p:custDataLst>
            </p:nvPr>
          </p:nvSpPr>
          <p:spPr>
            <a:xfrm>
              <a:off x="2310" y="1392"/>
              <a:ext cx="1112" cy="28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latin typeface="Arial"/>
                  <a:ea typeface="微软雅黑" panose="020b0503020204020204" pitchFamily="34" charset="-122"/>
                </a:rPr>
                <a:t>金属氧化物</a:t>
              </a:r>
            </a:p>
          </p:txBody>
        </p:sp>
        <p:sp>
          <p:nvSpPr>
            <p:cNvPr id="16398" name="左大括号 104464"/>
            <p:cNvSpPr/>
            <p:nvPr>
              <p:custDataLst>
                <p:tags r:id="rId16"/>
              </p:custDataLst>
            </p:nvPr>
          </p:nvSpPr>
          <p:spPr>
            <a:xfrm>
              <a:off x="2160" y="1536"/>
              <a:ext cx="96" cy="624"/>
            </a:xfrm>
            <a:prstGeom prst="leftBrace">
              <a:avLst>
                <a:gd name="adj1" fmla="val 53895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grpSp>
        <p:nvGrpSpPr>
          <p:cNvPr id="104466" name="组合 104465" title=""/>
          <p:cNvGrpSpPr/>
          <p:nvPr>
            <p:custDataLst>
              <p:tags r:id="rId17"/>
            </p:custDataLst>
          </p:nvPr>
        </p:nvGrpSpPr>
        <p:grpSpPr>
          <a:xfrm>
            <a:off x="1854041" y="2739390"/>
            <a:ext cx="1786161" cy="1572578"/>
            <a:chOff x="1392" y="2607"/>
            <a:chExt cx="1143" cy="849"/>
          </a:xfrm>
        </p:grpSpPr>
        <p:sp>
          <p:nvSpPr>
            <p:cNvPr id="16400" name="文本框 104466"/>
            <p:cNvSpPr txBox="1"/>
            <p:nvPr>
              <p:custDataLst>
                <p:tags r:id="rId18"/>
              </p:custDataLst>
            </p:nvPr>
          </p:nvSpPr>
          <p:spPr>
            <a:xfrm>
              <a:off x="1392" y="2832"/>
              <a:ext cx="969" cy="206"/>
            </a:xfrm>
            <a:prstGeom prst="rect">
              <a:avLst/>
            </a:prstGeom>
            <a:solidFill>
              <a:srgbClr val="ECDCE4"/>
            </a:solidFill>
            <a:ln w="9525" cap="flat" cmpd="sng">
              <a:solidFill>
                <a:srgbClr val="BA7C9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/>
              <a:r>
                <a:rPr lang="zh-CN" altLang="en-US" sz="2100" b="1">
                  <a:solidFill>
                    <a:schemeClr val="accent5">
                      <a:lumMod val="75000"/>
                    </a:schemeClr>
                  </a:solidFill>
                  <a:latin typeface="Arial"/>
                  <a:ea typeface="微软雅黑" panose="020b0503020204020204" pitchFamily="34" charset="-122"/>
                </a:rPr>
                <a:t>从性质分</a:t>
              </a:r>
            </a:p>
          </p:txBody>
        </p:sp>
        <p:sp>
          <p:nvSpPr>
            <p:cNvPr id="16401" name="左大括号 104467"/>
            <p:cNvSpPr/>
            <p:nvPr>
              <p:custDataLst>
                <p:tags r:id="rId19"/>
              </p:custDataLst>
            </p:nvPr>
          </p:nvSpPr>
          <p:spPr>
            <a:xfrm>
              <a:off x="2487" y="2607"/>
              <a:ext cx="48" cy="849"/>
            </a:xfrm>
            <a:prstGeom prst="leftBrace">
              <a:avLst>
                <a:gd name="adj1" fmla="val 146658"/>
                <a:gd name="adj2" fmla="val 50000"/>
              </a:avLst>
            </a:prstGeom>
            <a:noFill/>
            <a:ln w="952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100" b="1">
                <a:solidFill>
                  <a:srgbClr val="7030A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</p:grpSp>
      <p:sp>
        <p:nvSpPr>
          <p:cNvPr id="2" name="文本框 1" title=""/>
          <p:cNvSpPr txBox="1"/>
          <p:nvPr>
            <p:custDataLst>
              <p:tags r:id="rId20"/>
            </p:custDataLst>
          </p:nvPr>
        </p:nvSpPr>
        <p:spPr>
          <a:xfrm>
            <a:off x="3722943" y="4293632"/>
            <a:ext cx="1763316" cy="32027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l"/>
            <a:r>
              <a:rPr lang="zh-CN" altLang="en-US" sz="2100" b="1">
                <a:latin typeface="Arial"/>
                <a:ea typeface="微软雅黑" panose="020b0503020204020204" pitchFamily="34" charset="-122"/>
              </a:rPr>
              <a:t>两性氧化物</a:t>
            </a:r>
          </a:p>
        </p:txBody>
      </p:sp>
      <p:sp>
        <p:nvSpPr>
          <p:cNvPr id="3" name="文本框 2" title=""/>
          <p:cNvSpPr txBox="1"/>
          <p:nvPr>
            <p:custDataLst>
              <p:tags r:id="rId21"/>
            </p:custDataLst>
          </p:nvPr>
        </p:nvSpPr>
        <p:spPr>
          <a:xfrm>
            <a:off x="5758639" y="4216137"/>
            <a:ext cx="843501" cy="415498"/>
          </a:xfrm>
          <a:prstGeom prst="rect">
            <a:avLst/>
          </a:prstGeom>
          <a:solidFill>
            <a:srgbClr val="ECDCE4"/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Al</a:t>
            </a:r>
            <a:r>
              <a:rPr lang="en-US" altLang="zh-CN" sz="2100" b="1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2100" b="1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10738629-87D4-AC89-73A1-C5705A7484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en-US" b="1" kern="100">
                <a:latin typeface="+mj-ea"/>
                <a:ea typeface="微软雅黑"/>
                <a:cs typeface="+mn-ea"/>
                <a:sym typeface="+mn-lt"/>
              </a:rPr>
              <a:t>对氧化物进</a:t>
            </a:r>
            <a:r>
              <a:rPr lang="zh-CN" altLang="zh-CN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行分类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5" name="文本框 114702" title="">
            <a:extLst>
              <a:ext uri="{FF2B5EF4-FFF2-40B4-BE49-F238E27FC236}">
                <a16:creationId xmlns:a16="http://schemas.microsoft.com/office/drawing/2014/main" id="{0F38118D-EC01-7DBD-9F10-3DA94BA7588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452533" y="2721098"/>
            <a:ext cx="2875704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SO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CO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Mn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7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6" name="文本框 114703" title="">
            <a:extLst>
              <a:ext uri="{FF2B5EF4-FFF2-40B4-BE49-F238E27FC236}">
                <a16:creationId xmlns:a16="http://schemas.microsoft.com/office/drawing/2014/main" id="{AA863800-1080-02C8-46FB-EAAB6CBD6B91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269945" y="3204210"/>
            <a:ext cx="2920288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 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（ 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CaO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、</a:t>
            </a:r>
            <a:r>
              <a:rPr lang="en-US" altLang="zh-CN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BaO</a:t>
            </a:r>
            <a:r>
              <a:rPr lang="zh-CN" altLang="en-US" b="1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）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8462C98-3740-F7B2-E7F2-AB77E29281BD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animBg="1"/>
      <p:bldP spid="104452" grpId="0" animBg="1"/>
      <p:bldP spid="104453" grpId="0" animBg="1"/>
      <p:bldP spid="104454" grpId="0"/>
      <p:bldP spid="104455" grpId="0"/>
      <p:bldP spid="104458" grpId="0"/>
      <p:bldP spid="104462" grpId="0" animBg="1"/>
      <p:bldP spid="2" grpId="0" animBg="1"/>
      <p:bldP spid="3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F1FAC-29BE-E862-2A9D-E83ADA04ED80}"/>
            </a:ext>
          </a:extLst>
        </p:cNvPr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74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13 / 30</a:t>
            </a:r>
          </a:p>
        </p:txBody>
      </p:sp>
      <p:sp>
        <p:nvSpPr>
          <p:cNvPr id="10173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72" name="SkinProgress"/>
          <p:cNvSpPr/>
          <p:nvPr/>
        </p:nvSpPr>
        <p:spPr>
          <a:xfrm>
            <a:off x="100584" y="2914650"/>
            <a:ext cx="41148" cy="22288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5" name="矩形: 圆角 14" title="">
            <a:extLst>
              <a:ext uri="{FF2B5EF4-FFF2-40B4-BE49-F238E27FC236}">
                <a16:creationId xmlns:a16="http://schemas.microsoft.com/office/drawing/2014/main" id="{C7F9E55B-FF17-6B79-8F55-D16B8A19FB3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89092" y="636806"/>
            <a:ext cx="4584344" cy="461377"/>
          </a:xfrm>
          <a:prstGeom prst="roundRect">
            <a:avLst/>
          </a:prstGeom>
          <a:solidFill>
            <a:srgbClr val="3BB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a typeface="微软雅黑"/>
            </a:endParaRPr>
          </a:p>
        </p:txBody>
      </p:sp>
      <p:sp>
        <p:nvSpPr>
          <p:cNvPr id="29" name="文本框 28" title="">
            <a:extLst>
              <a:ext uri="{FF2B5EF4-FFF2-40B4-BE49-F238E27FC236}">
                <a16:creationId xmlns:a16="http://schemas.microsoft.com/office/drawing/2014/main" id="{29B64022-31EB-3578-91DC-1C73E0F9E6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40966" y="667083"/>
            <a:ext cx="449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阅读材料</a:t>
            </a:r>
            <a:r>
              <a:rPr lang="en-US" altLang="zh-CN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chemeClr val="bg1"/>
                </a:solidFill>
                <a:latin typeface="Arial" panose="02020603050405020304" pitchFamily="18" charset="0"/>
                <a:ea typeface="微软雅黑"/>
                <a:cs typeface="Times New Roman" panose="02020603050405020304" pitchFamily="18" charset="0"/>
              </a:rPr>
              <a:t>几种氧化物的重要化学性质</a:t>
            </a:r>
          </a:p>
        </p:txBody>
      </p:sp>
      <p:sp>
        <p:nvSpPr>
          <p:cNvPr id="2" name="文本占位符 2" title="">
            <a:extLst>
              <a:ext uri="{FF2B5EF4-FFF2-40B4-BE49-F238E27FC236}">
                <a16:creationId xmlns:a16="http://schemas.microsoft.com/office/drawing/2014/main" id="{01E25872-838E-E3C8-5B19-DA13DEC0C5E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93533" y="1137513"/>
            <a:ext cx="8537734" cy="1074928"/>
          </a:xfrm>
        </p:spPr>
        <p:txBody>
          <a:bodyPr>
            <a:noAutofit/>
          </a:bodyPr>
          <a:lstStyle>
            <a:lvl1pPr marL="361950" indent="-361950" algn="l" defTabSz="514350" rtl="0" eaLnBrk="1" latinLnBrk="0" hangingPunct="1">
              <a:lnSpc>
                <a:spcPct val="90000"/>
              </a:lnSpc>
              <a:spcBef>
                <a:spcPts val="1013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"/>
              <a:defRPr sz="1999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61950" indent="-361950" algn="l" defTabSz="514350" rtl="0" eaLnBrk="1" latinLnBrk="0" hangingPunct="1">
              <a:lnSpc>
                <a:spcPct val="130000"/>
              </a:lnSpc>
              <a:spcBef>
                <a:spcPct val="0"/>
              </a:spcBef>
              <a:buFont typeface="Calibri" panose="020f0502020204030204" pitchFamily="34" charset="0"/>
              <a:buChar char=" "/>
              <a:defRPr sz="16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001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572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酸性氧化物：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与水反应只生成相应价态的酸</a:t>
            </a:r>
            <a:r>
              <a:rPr lang="en-US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,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； 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     </a:t>
            </a:r>
          </a:p>
          <a:p>
            <a:pPr indent="0" algn="just">
              <a:lnSpc>
                <a:spcPct val="117000"/>
              </a:lnSpc>
              <a:buFont typeface="Wingdings" panose="05000000000000000000" pitchFamily="2" charset="2"/>
              <a:buNone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  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或与碱反应只生成一种盐和水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，如： 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+ 2NaOH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SO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3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Times New Roman"/>
              </a:rPr>
              <a:t>O</a:t>
            </a:r>
            <a:endParaRPr lang="zh-CN" altLang="zh-CN" sz="1800" b="1" kern="100">
              <a:latin typeface="微软雅黑" panose="020b0503020204020204" charset="-122"/>
              <a:ea typeface="微软雅黑"/>
              <a:cs typeface="微软雅黑" panose="020b0503020204020204" charset="-122"/>
              <a:sym typeface="Times New Roman"/>
            </a:endParaRPr>
          </a:p>
        </p:txBody>
      </p:sp>
      <p:pic>
        <p:nvPicPr>
          <p:cNvPr id="3" name="图片 2" title="">
            <a:extLst>
              <a:ext uri="{FF2B5EF4-FFF2-40B4-BE49-F238E27FC236}">
                <a16:creationId xmlns:a16="http://schemas.microsoft.com/office/drawing/2014/main" id="{A24C4D18-8BCE-6277-0A63-BA353CBC6D7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2129551"/>
            <a:ext cx="834698" cy="834698"/>
          </a:xfrm>
          <a:prstGeom prst="rect">
            <a:avLst/>
          </a:prstGeom>
        </p:spPr>
      </p:pic>
      <p:sp>
        <p:nvSpPr>
          <p:cNvPr id="4" name="对话气泡: 圆角矩形 3" title="">
            <a:extLst>
              <a:ext uri="{FF2B5EF4-FFF2-40B4-BE49-F238E27FC236}">
                <a16:creationId xmlns:a16="http://schemas.microsoft.com/office/drawing/2014/main" id="{B9D9B5F9-9838-EF70-3620-A82C2C279AD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66315" y="2086370"/>
            <a:ext cx="6936105" cy="567690"/>
          </a:xfrm>
          <a:prstGeom prst="wedgeRoundRectCallout">
            <a:avLst>
              <a:gd name="adj1" fmla="val -54227"/>
              <a:gd name="adj2" fmla="val 2964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3NO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H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2HNO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3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NO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是酸性氧化物吗？</a:t>
            </a:r>
          </a:p>
        </p:txBody>
      </p:sp>
      <p:sp>
        <p:nvSpPr>
          <p:cNvPr id="5" name="文本占位符 1" title="">
            <a:extLst>
              <a:ext uri="{FF2B5EF4-FFF2-40B4-BE49-F238E27FC236}">
                <a16:creationId xmlns:a16="http://schemas.microsoft.com/office/drawing/2014/main" id="{690262A1-705B-AF1C-4C9F-B347625088F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93533" y="3001880"/>
            <a:ext cx="8137866" cy="10155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1296035" rtl="0" eaLnBrk="1" latinLnBrk="0" hangingPunct="1">
              <a:lnSpc>
                <a:spcPct val="120000"/>
              </a:lnSpc>
              <a:spcBef>
                <a:spcPts val="1415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Arial"/>
                <a:ea typeface="微软雅黑"/>
                <a:cs typeface="+mn-cs"/>
              </a:defRPr>
            </a:lvl1pPr>
            <a:lvl2pPr marL="64770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60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43735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indent="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642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1955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602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07990" indent="-323850" algn="l" defTabSz="1296035" rtl="0" eaLnBrk="1" latinLnBrk="0" hangingPunct="1">
              <a:lnSpc>
                <a:spcPct val="90000"/>
              </a:lnSpc>
              <a:spcBef>
                <a:spcPts val="710"/>
              </a:spcBef>
              <a:buFont typeface="Arial" panose="020b0604020202020204" pitchFamily="34" charset="0"/>
              <a:buChar char="•"/>
              <a:defRPr sz="25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7000"/>
              </a:lnSpc>
              <a:buFont typeface="Wingdings" panose="05000000000000000000" pitchFamily="2" charset="2"/>
              <a:buChar char="Ø"/>
              <a:tabLst>
                <a:tab pos="2295525"/>
              </a:tabLst>
            </a:pPr>
            <a:r>
              <a:rPr lang="zh-CN" altLang="zh-CN" sz="1800" b="1" kern="10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碱性氧化物：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与水反应只生成相应价态的碱，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 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O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O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 2NaO</a:t>
            </a:r>
          </a:p>
          <a:p>
            <a:pPr algn="just">
              <a:lnSpc>
                <a:spcPct val="117000"/>
              </a:lnSpc>
              <a:buFont typeface="Wingdings" panose="05000000000000000000" pitchFamily="2" charset="2"/>
              <a:tabLst>
                <a:tab pos="2295525"/>
              </a:tabLst>
            </a:pP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     </a:t>
            </a:r>
            <a:r>
              <a:rPr lang="zh-CN" altLang="zh-CN" sz="1800" b="1" kern="100">
                <a:solidFill>
                  <a:srgbClr val="1D41D5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或与酸反应只生成一种盐和水</a:t>
            </a:r>
            <a:r>
              <a:rPr lang="zh-CN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，如：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Na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O + 2HCl </a:t>
            </a:r>
            <a:r>
              <a:rPr lang="en-US" altLang="zh-CN" sz="1800" b="1" kern="100" spc="-225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=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2NaCl + H</a:t>
            </a:r>
            <a:r>
              <a:rPr lang="en-US" altLang="zh-CN" sz="1800" b="1" kern="100" baseline="-250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2</a:t>
            </a:r>
            <a:r>
              <a:rPr lang="en-US" altLang="zh-CN" sz="1800" b="1" kern="10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  <a:sym typeface="Times New Roman"/>
                <a:ea typeface="微软雅黑"/>
              </a:rPr>
              <a:t>O</a:t>
            </a:r>
            <a:endParaRPr lang="zh-CN" altLang="zh-CN" sz="1800" b="1" kern="100">
              <a:solidFill>
                <a:srgbClr val="0D0D0D"/>
              </a:solidFill>
              <a:latin typeface="微软雅黑" panose="020b0503020204020204" charset="-122"/>
              <a:cs typeface="微软雅黑" panose="020b0503020204020204" charset="-122"/>
              <a:sym typeface="Times New Roman"/>
              <a:ea typeface="微软雅黑"/>
            </a:endParaRP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94B93FD7-FA67-C0B1-1A44-8F4B5411B3E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2418" y="4152868"/>
            <a:ext cx="834698" cy="834698"/>
          </a:xfrm>
          <a:prstGeom prst="rect">
            <a:avLst/>
          </a:prstGeom>
        </p:spPr>
      </p:pic>
      <p:sp>
        <p:nvSpPr>
          <p:cNvPr id="9" name="对话气泡: 圆角矩形 11" title="">
            <a:extLst>
              <a:ext uri="{FF2B5EF4-FFF2-40B4-BE49-F238E27FC236}">
                <a16:creationId xmlns:a16="http://schemas.microsoft.com/office/drawing/2014/main" id="{7BBFBA76-6437-7D62-EF35-A648D57DA08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63208" y="4152868"/>
            <a:ext cx="7142321" cy="535305"/>
          </a:xfrm>
          <a:prstGeom prst="wedgeRoundRectCallout">
            <a:avLst>
              <a:gd name="adj1" fmla="val -54227"/>
              <a:gd name="adj2" fmla="val 24772"/>
              <a:gd name="adj3" fmla="val 16667"/>
            </a:avLst>
          </a:prstGeom>
          <a:noFill/>
          <a:ln w="28575">
            <a:solidFill>
              <a:srgbClr val="B979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81000" rtlCol="0" anchor="t" anchorCtr="0"/>
          <a:lstStyle/>
          <a:p>
            <a:r>
              <a:rPr lang="zh-CN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已知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2Na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+ 2H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 </a:t>
            </a:r>
            <a:r>
              <a:rPr lang="en-US" altLang="zh-CN" b="1" spc="-75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=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4NaOH + 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↑，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Na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O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en-US" altLang="zh-CN" b="1" baseline="-25000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</a:rPr>
              <a:t>是碱性氧化物吗？</a:t>
            </a:r>
          </a:p>
        </p:txBody>
      </p:sp>
      <p:sp>
        <p:nvSpPr>
          <p:cNvPr id="7" name="矩形 6" title="">
            <a:extLst>
              <a:ext uri="{FF2B5EF4-FFF2-40B4-BE49-F238E27FC236}">
                <a16:creationId xmlns:a16="http://schemas.microsoft.com/office/drawing/2014/main" id="{04C7C620-6657-49BB-68D5-2D3C74447D1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 flipH="1">
            <a:off x="11671300" y="11264900"/>
            <a:ext cx="0" cy="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506552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77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14 / 30</a:t>
            </a:r>
          </a:p>
        </p:txBody>
      </p:sp>
      <p:sp>
        <p:nvSpPr>
          <p:cNvPr id="10176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75" name="SkinProgress"/>
          <p:cNvSpPr/>
          <p:nvPr/>
        </p:nvSpPr>
        <p:spPr>
          <a:xfrm>
            <a:off x="100584" y="2743200"/>
            <a:ext cx="41148" cy="24003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6" name="思维导图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2055" y="1371599"/>
            <a:ext cx="4057650" cy="2400300"/>
          </a:xfrm>
          <a:prstGeom prst="rect">
            <a:avLst/>
          </a:prstGeom>
        </p:spPr>
      </p:pic>
      <p:pic>
        <p:nvPicPr>
          <p:cNvPr id="16" name="思维导图2" title="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35592" y="1650014"/>
            <a:ext cx="1535906" cy="557213"/>
          </a:xfrm>
          <a:prstGeom prst="rect">
            <a:avLst/>
          </a:prstGeom>
        </p:spPr>
      </p:pic>
      <p:pic>
        <p:nvPicPr>
          <p:cNvPr id="17" name="思维导图3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35592" y="3218539"/>
            <a:ext cx="1535906" cy="557213"/>
          </a:xfrm>
          <a:prstGeom prst="rect">
            <a:avLst/>
          </a:prstGeom>
        </p:spPr>
      </p:pic>
      <p:sp>
        <p:nvSpPr>
          <p:cNvPr id="18" name="文本2" title=""/>
          <p:cNvSpPr txBox="1"/>
          <p:nvPr>
            <p:custDataLst>
              <p:tags r:id="rId10"/>
            </p:custDataLst>
          </p:nvPr>
        </p:nvSpPr>
        <p:spPr>
          <a:xfrm>
            <a:off x="2690094" y="1137278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6EFF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组成</a:t>
            </a:r>
          </a:p>
        </p:txBody>
      </p:sp>
      <p:sp>
        <p:nvSpPr>
          <p:cNvPr id="19" name="文本3" title=""/>
          <p:cNvSpPr txBox="1"/>
          <p:nvPr>
            <p:custDataLst>
              <p:tags r:id="rId11"/>
            </p:custDataLst>
          </p:nvPr>
        </p:nvSpPr>
        <p:spPr>
          <a:xfrm>
            <a:off x="6139857" y="1116933"/>
            <a:ext cx="816173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性质</a:t>
            </a:r>
          </a:p>
        </p:txBody>
      </p:sp>
      <p:sp>
        <p:nvSpPr>
          <p:cNvPr id="20" name="文本4" title=""/>
          <p:cNvSpPr txBox="1"/>
          <p:nvPr>
            <p:custDataLst>
              <p:tags r:id="rId12"/>
            </p:custDataLst>
          </p:nvPr>
        </p:nvSpPr>
        <p:spPr>
          <a:xfrm>
            <a:off x="841705" y="3771622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大多数金属氧化物是碱性氧化物</a:t>
            </a:r>
          </a:p>
        </p:txBody>
      </p:sp>
      <p:sp>
        <p:nvSpPr>
          <p:cNvPr id="21" name="文本5" title=""/>
          <p:cNvSpPr txBox="1"/>
          <p:nvPr>
            <p:custDataLst>
              <p:tags r:id="rId13"/>
            </p:custDataLst>
          </p:nvPr>
        </p:nvSpPr>
        <p:spPr>
          <a:xfrm>
            <a:off x="841834" y="4284607"/>
            <a:ext cx="552390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 sz="195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大多数非金属氧化物是酸性氧化物</a:t>
            </a:r>
          </a:p>
        </p:txBody>
      </p:sp>
      <p:sp>
        <p:nvSpPr>
          <p:cNvPr id="22" name="文本4" title=""/>
          <p:cNvSpPr txBox="1"/>
          <p:nvPr>
            <p:custDataLst>
              <p:tags r:id="rId14"/>
            </p:custDataLst>
          </p:nvPr>
        </p:nvSpPr>
        <p:spPr>
          <a:xfrm>
            <a:off x="4899705" y="2667108"/>
            <a:ext cx="872795" cy="513081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2850"/>
              </a:lnSpc>
            </a:pP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/>
              </a:rPr>
              <a:t>中性</a:t>
            </a:r>
          </a:p>
        </p:txBody>
      </p:sp>
      <p:sp>
        <p:nvSpPr>
          <p:cNvPr id="23" name="椭圆 22" title=""/>
          <p:cNvSpPr/>
          <p:nvPr>
            <p:custDataLst>
              <p:tags r:id="rId15"/>
            </p:custDataLst>
          </p:nvPr>
        </p:nvSpPr>
        <p:spPr>
          <a:xfrm>
            <a:off x="4318000" y="2708607"/>
            <a:ext cx="495300" cy="3393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ea typeface="微软雅黑"/>
            </a:endParaRPr>
          </a:p>
        </p:txBody>
      </p:sp>
      <p:sp>
        <p:nvSpPr>
          <p:cNvPr id="5" name="文本2" title="">
            <a:extLst>
              <a:ext uri="{FF2B5EF4-FFF2-40B4-BE49-F238E27FC236}">
                <a16:creationId xmlns:a16="http://schemas.microsoft.com/office/drawing/2014/main" id="{09F72807-7982-5888-A7A2-D92EA23C366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34824" y="480593"/>
            <a:ext cx="5542886" cy="589748"/>
          </a:xfrm>
          <a:prstGeom prst="rect">
            <a:avLst/>
          </a:prstGeom>
          <a:noFill/>
        </p:spPr>
        <p:txBody>
          <a:bodyPr anchor="t"/>
          <a:lstStyle/>
          <a:p>
            <a:pPr>
              <a:lnSpc>
                <a:spcPts val="3450"/>
              </a:lnSpc>
            </a:pP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/>
              </a:rPr>
              <a:t>[思考] 物质组成和性质之间是否存在某种关联？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3BBF19FD-E40F-EC80-135C-612AA2903AA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80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15 / 30</a:t>
            </a:r>
          </a:p>
        </p:txBody>
      </p:sp>
      <p:sp>
        <p:nvSpPr>
          <p:cNvPr id="10179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78" name="SkinProgress"/>
          <p:cNvSpPr/>
          <p:nvPr/>
        </p:nvSpPr>
        <p:spPr>
          <a:xfrm>
            <a:off x="100584" y="2571750"/>
            <a:ext cx="41148" cy="25717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矩形 1" title=""/>
          <p:cNvSpPr/>
          <p:nvPr>
            <p:custDataLst>
              <p:tags r:id="rId3"/>
            </p:custDataLst>
          </p:nvPr>
        </p:nvSpPr>
        <p:spPr>
          <a:xfrm>
            <a:off x="371237" y="1448795"/>
            <a:ext cx="8330565" cy="1389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非金属氧化物大多是酸性氧化物，但不一定全是，如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NO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不是酸性氧化物；酸性氧化物也不一定是非金属氧化物，如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Mn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7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是酸性氧化物，但却是金属氧化物。</a:t>
            </a:r>
          </a:p>
        </p:txBody>
      </p:sp>
      <p:sp>
        <p:nvSpPr>
          <p:cNvPr id="4" name="矩形 3" title=""/>
          <p:cNvSpPr/>
          <p:nvPr>
            <p:custDataLst>
              <p:tags r:id="rId4"/>
            </p:custDataLst>
          </p:nvPr>
        </p:nvSpPr>
        <p:spPr>
          <a:xfrm>
            <a:off x="371237" y="3712834"/>
            <a:ext cx="7861370" cy="9393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95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提示　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金属氧化物大多是碱性氧化物，但不一定全是，如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1950" b="1" kern="100" baseline="-250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1950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是金属氧化物，却是两性氧化物；碱性氧化物一定是金属氧化物。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176E2AD7-398A-62FA-2527-5AD11490506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E05EEFD1-20A4-190A-CF93-B03F2F0579D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45157" y="775110"/>
            <a:ext cx="771353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en-US" sz="18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①</a:t>
            </a:r>
            <a:r>
              <a:rPr lang="zh-CN" altLang="zh-CN" sz="18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非金属氧化物一定是酸性氧化物吗？ 酸性氧化物一定是非金属氧化物吗？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1EEB7650-53B1-F6F7-A56F-C04A2A92BC1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3453" y="3053248"/>
            <a:ext cx="731863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18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②金属氧化物一定是碱性氧化物吗？碱性氧化物一定是金属氧化物吗？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83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16 / 30</a:t>
            </a:r>
          </a:p>
        </p:txBody>
      </p:sp>
      <p:sp>
        <p:nvSpPr>
          <p:cNvPr id="10182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81" name="SkinProgress"/>
          <p:cNvSpPr/>
          <p:nvPr/>
        </p:nvSpPr>
        <p:spPr>
          <a:xfrm>
            <a:off x="100584" y="2400300"/>
            <a:ext cx="41148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6" name="图片 5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3" y="0"/>
            <a:ext cx="540068" cy="540068"/>
          </a:xfrm>
          <a:prstGeom prst="rect">
            <a:avLst/>
          </a:prstGeom>
        </p:spPr>
      </p:pic>
      <p:sp>
        <p:nvSpPr>
          <p:cNvPr id="13" name="同侧圆角矩形 12" title=""/>
          <p:cNvSpPr/>
          <p:nvPr>
            <p:custDataLst>
              <p:tags r:id="rId6"/>
            </p:custDataLst>
          </p:nvPr>
        </p:nvSpPr>
        <p:spPr>
          <a:xfrm>
            <a:off x="314997" y="1455820"/>
            <a:ext cx="1134110" cy="3237865"/>
          </a:xfrm>
          <a:prstGeom prst="round2SameRect">
            <a:avLst/>
          </a:prstGeom>
          <a:noFill/>
          <a:ln w="38100">
            <a:solidFill>
              <a:srgbClr val="2F51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酸：在水中解离出的阳离子全部都是</a:t>
            </a:r>
            <a:r>
              <a:rPr kumimoji="1" lang="en-US" altLang="zh-CN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kumimoji="1" lang="en-US" altLang="zh-CN" sz="1990" baseline="30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kumimoji="1"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的化合物</a:t>
            </a:r>
          </a:p>
        </p:txBody>
      </p:sp>
      <p:sp>
        <p:nvSpPr>
          <p:cNvPr id="16" name="右中括号 15" title=""/>
          <p:cNvSpPr/>
          <p:nvPr>
            <p:custDataLst>
              <p:tags r:id="rId7"/>
            </p:custDataLst>
          </p:nvPr>
        </p:nvSpPr>
        <p:spPr>
          <a:xfrm flipH="1">
            <a:off x="1606451" y="1455820"/>
            <a:ext cx="116742" cy="3141219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 title=""/>
          <p:cNvSpPr/>
          <p:nvPr>
            <p:custDataLst>
              <p:tags r:id="rId8"/>
            </p:custDataLst>
          </p:nvPr>
        </p:nvSpPr>
        <p:spPr>
          <a:xfrm>
            <a:off x="1775495" y="1368338"/>
            <a:ext cx="2038350" cy="51700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按电离出</a:t>
            </a:r>
            <a:r>
              <a:rPr lang="en-US" altLang="zh-CN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990" baseline="300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99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</a:t>
            </a:r>
            <a:endParaRPr kumimoji="1" lang="zh-CN" altLang="en-US" sz="199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圆角矩形 20" title=""/>
          <p:cNvSpPr/>
          <p:nvPr>
            <p:custDataLst>
              <p:tags r:id="rId9"/>
            </p:custDataLst>
          </p:nvPr>
        </p:nvSpPr>
        <p:spPr>
          <a:xfrm>
            <a:off x="1757483" y="2399209"/>
            <a:ext cx="2226849" cy="517002"/>
          </a:xfrm>
          <a:prstGeom prst="roundRect">
            <a:avLst>
              <a:gd name="adj" fmla="val 21321"/>
            </a:avLst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按酸根是否含氧</a:t>
            </a:r>
          </a:p>
        </p:txBody>
      </p:sp>
      <p:sp>
        <p:nvSpPr>
          <p:cNvPr id="22" name="圆角矩形 21" title=""/>
          <p:cNvSpPr/>
          <p:nvPr>
            <p:custDataLst>
              <p:tags r:id="rId10"/>
            </p:custDataLst>
          </p:nvPr>
        </p:nvSpPr>
        <p:spPr>
          <a:xfrm>
            <a:off x="1775495" y="3498302"/>
            <a:ext cx="2226849" cy="499942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按酸性强弱</a:t>
            </a:r>
          </a:p>
        </p:txBody>
      </p:sp>
      <p:sp>
        <p:nvSpPr>
          <p:cNvPr id="23" name="圆角矩形 22" title=""/>
          <p:cNvSpPr/>
          <p:nvPr>
            <p:custDataLst>
              <p:tags r:id="rId11"/>
            </p:custDataLst>
          </p:nvPr>
        </p:nvSpPr>
        <p:spPr>
          <a:xfrm>
            <a:off x="1793504" y="4370705"/>
            <a:ext cx="2226849" cy="499941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按有无挥发性</a:t>
            </a:r>
          </a:p>
        </p:txBody>
      </p:sp>
      <p:cxnSp>
        <p:nvCxnSpPr>
          <p:cNvPr id="25" name="直线连接符 24" title=""/>
          <p:cNvCxnSpPr/>
          <p:nvPr>
            <p:custDataLst>
              <p:tags r:id="rId12"/>
            </p:custDataLst>
          </p:nvPr>
        </p:nvCxnSpPr>
        <p:spPr>
          <a:xfrm flipV="1">
            <a:off x="1588440" y="2605678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 title=""/>
          <p:cNvCxnSpPr/>
          <p:nvPr>
            <p:custDataLst>
              <p:tags r:id="rId13"/>
            </p:custDataLst>
          </p:nvPr>
        </p:nvCxnSpPr>
        <p:spPr>
          <a:xfrm flipV="1">
            <a:off x="1606449" y="3735857"/>
            <a:ext cx="18705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右中括号 2" title=""/>
          <p:cNvSpPr/>
          <p:nvPr>
            <p:custDataLst>
              <p:tags r:id="rId14"/>
            </p:custDataLst>
          </p:nvPr>
        </p:nvSpPr>
        <p:spPr>
          <a:xfrm flipH="1">
            <a:off x="4165656" y="1187084"/>
            <a:ext cx="187053" cy="914864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线连接符 24" title=""/>
          <p:cNvCxnSpPr/>
          <p:nvPr>
            <p:custDataLst>
              <p:tags r:id="rId15"/>
            </p:custDataLst>
          </p:nvPr>
        </p:nvCxnSpPr>
        <p:spPr>
          <a:xfrm>
            <a:off x="3795451" y="1634323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 title=""/>
          <p:cNvSpPr/>
          <p:nvPr>
            <p:custDataLst>
              <p:tags r:id="rId16"/>
            </p:custDataLst>
          </p:nvPr>
        </p:nvSpPr>
        <p:spPr>
          <a:xfrm>
            <a:off x="4354537" y="1020569"/>
            <a:ext cx="299402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kumimoji="1"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元酸：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圆角矩形 7" title=""/>
          <p:cNvSpPr/>
          <p:nvPr>
            <p:custDataLst>
              <p:tags r:id="rId17"/>
            </p:custDataLst>
          </p:nvPr>
        </p:nvSpPr>
        <p:spPr>
          <a:xfrm>
            <a:off x="4395503" y="1403495"/>
            <a:ext cx="3542030" cy="31750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二元酸：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圆角矩形 13" title=""/>
          <p:cNvSpPr/>
          <p:nvPr>
            <p:custDataLst>
              <p:tags r:id="rId18"/>
            </p:custDataLst>
          </p:nvPr>
        </p:nvSpPr>
        <p:spPr>
          <a:xfrm>
            <a:off x="4440688" y="1815384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三元酸：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20" name="直线连接符 24" title=""/>
          <p:cNvCxnSpPr/>
          <p:nvPr>
            <p:custDataLst>
              <p:tags r:id="rId19"/>
            </p:custDataLst>
          </p:nvPr>
        </p:nvCxnSpPr>
        <p:spPr>
          <a:xfrm>
            <a:off x="3984332" y="2641006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中括号 25" title=""/>
          <p:cNvSpPr/>
          <p:nvPr>
            <p:custDataLst>
              <p:tags r:id="rId20"/>
            </p:custDataLst>
          </p:nvPr>
        </p:nvSpPr>
        <p:spPr>
          <a:xfrm flipH="1">
            <a:off x="4367629" y="229480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线连接符 24" title=""/>
          <p:cNvCxnSpPr/>
          <p:nvPr>
            <p:custDataLst>
              <p:tags r:id="rId21"/>
            </p:custDataLst>
          </p:nvPr>
        </p:nvCxnSpPr>
        <p:spPr>
          <a:xfrm>
            <a:off x="3984333" y="3756172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中括号 29" title=""/>
          <p:cNvSpPr/>
          <p:nvPr>
            <p:custDataLst>
              <p:tags r:id="rId22"/>
            </p:custDataLst>
          </p:nvPr>
        </p:nvSpPr>
        <p:spPr>
          <a:xfrm flipH="1">
            <a:off x="4354538" y="3408832"/>
            <a:ext cx="187325" cy="655320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线连接符 24" title=""/>
          <p:cNvCxnSpPr/>
          <p:nvPr>
            <p:custDataLst>
              <p:tags r:id="rId23"/>
            </p:custDataLst>
          </p:nvPr>
        </p:nvCxnSpPr>
        <p:spPr>
          <a:xfrm>
            <a:off x="4025298" y="4596765"/>
            <a:ext cx="3702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右中括号 31" title=""/>
          <p:cNvSpPr/>
          <p:nvPr>
            <p:custDataLst>
              <p:tags r:id="rId24"/>
            </p:custDataLst>
          </p:nvPr>
        </p:nvSpPr>
        <p:spPr>
          <a:xfrm flipH="1">
            <a:off x="4399280" y="4424483"/>
            <a:ext cx="172720" cy="499941"/>
          </a:xfrm>
          <a:prstGeom prst="rightBracket">
            <a:avLst>
              <a:gd name="adj" fmla="val 59946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2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 title=""/>
          <p:cNvSpPr/>
          <p:nvPr>
            <p:custDataLst>
              <p:tags r:id="rId25"/>
            </p:custDataLst>
          </p:nvPr>
        </p:nvSpPr>
        <p:spPr>
          <a:xfrm>
            <a:off x="4572000" y="2205822"/>
            <a:ext cx="290893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无氧酸：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圆角矩形 33" title=""/>
          <p:cNvSpPr/>
          <p:nvPr>
            <p:custDataLst>
              <p:tags r:id="rId26"/>
            </p:custDataLst>
          </p:nvPr>
        </p:nvSpPr>
        <p:spPr>
          <a:xfrm>
            <a:off x="4606290" y="2605678"/>
            <a:ext cx="4370070" cy="394970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含氧酸</a:t>
            </a: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圆角矩形 34" title=""/>
          <p:cNvSpPr/>
          <p:nvPr>
            <p:custDataLst>
              <p:tags r:id="rId27"/>
            </p:custDataLst>
          </p:nvPr>
        </p:nvSpPr>
        <p:spPr>
          <a:xfrm>
            <a:off x="4532472" y="3110033"/>
            <a:ext cx="4341495" cy="682869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lang="zh-CN" sz="16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强酸：</a:t>
            </a:r>
            <a:r>
              <a:rPr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HBr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HI</a:t>
            </a:r>
            <a:r>
              <a:rPr lang="zh-CN" altLang="en-US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HClO</a:t>
            </a:r>
            <a:r>
              <a:rPr lang="en-US" altLang="zh-CN" sz="1600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 sz="16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endParaRPr kumimoji="1" lang="en-US" altLang="zh-CN" sz="1600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6" name="圆角矩形 35" title=""/>
          <p:cNvSpPr/>
          <p:nvPr>
            <p:custDataLst>
              <p:tags r:id="rId28"/>
            </p:custDataLst>
          </p:nvPr>
        </p:nvSpPr>
        <p:spPr>
          <a:xfrm>
            <a:off x="4585469" y="3898948"/>
            <a:ext cx="4093845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弱酸：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COOH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HF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7" name="圆角矩形 36" title=""/>
          <p:cNvSpPr/>
          <p:nvPr>
            <p:custDataLst>
              <p:tags r:id="rId29"/>
            </p:custDataLst>
          </p:nvPr>
        </p:nvSpPr>
        <p:spPr>
          <a:xfrm>
            <a:off x="4606290" y="4328529"/>
            <a:ext cx="3772535" cy="274904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挥发性酸：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Cl</a:t>
            </a:r>
            <a:r>
              <a:rPr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、H</a:t>
            </a:r>
            <a:r>
              <a:rPr kumimoji="1"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</a:t>
            </a:r>
            <a:r>
              <a:rPr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8" name="圆角矩形 37" title=""/>
          <p:cNvSpPr/>
          <p:nvPr>
            <p:custDataLst>
              <p:tags r:id="rId30"/>
            </p:custDataLst>
          </p:nvPr>
        </p:nvSpPr>
        <p:spPr>
          <a:xfrm>
            <a:off x="4632325" y="4711578"/>
            <a:ext cx="3959860" cy="318135"/>
          </a:xfrm>
          <a:prstGeom prst="round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难挥发性酸：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</a:t>
            </a:r>
            <a:r>
              <a:rPr lang="en-US" altLang="zh-CN" b="1" baseline="-25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</a:t>
            </a:r>
            <a:endParaRPr kumimoji="1" lang="zh-CN" altLang="en-US" b="1" baseline="-25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 title="">
            <a:extLst>
              <a:ext uri="{FF2B5EF4-FFF2-40B4-BE49-F238E27FC236}">
                <a16:creationId xmlns:a16="http://schemas.microsoft.com/office/drawing/2014/main" id="{F5E05289-64FD-D5FC-8D07-FF69626785F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256223" y="502645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对酸进行分类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EAC0DA3E-B7E0-98BC-FA4E-5E06A778C48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3"/>
    </p:custData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A34A0-37E3-E60B-A29D-08A1E62203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86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17 / 30</a:t>
            </a:r>
          </a:p>
        </p:txBody>
      </p:sp>
      <p:sp>
        <p:nvSpPr>
          <p:cNvPr id="10185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84" name="SkinProgress"/>
          <p:cNvSpPr/>
          <p:nvPr/>
        </p:nvSpPr>
        <p:spPr>
          <a:xfrm>
            <a:off x="100584" y="2228850"/>
            <a:ext cx="41148" cy="29146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ACCC6343-2D9F-7BA7-E624-AF53484684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775" y="629063"/>
            <a:ext cx="7391251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4</a:t>
            </a:r>
            <a:r>
              <a:rPr lang="zh-CN" altLang="en-US" b="1">
                <a:solidFill>
                  <a:srgbClr val="FF0000"/>
                </a:solidFill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solidFill>
                  <a:prstClr val="black"/>
                </a:solidFill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solidFill>
                  <a:prstClr val="black"/>
                </a:solidFill>
                <a:latin typeface="微软雅黑" panose="020b0503020204020204" charset="-122"/>
                <a:ea typeface="微软雅黑"/>
                <a:cs typeface="微软雅黑" panose="020b0503020204020204" charset="-122"/>
                <a:sym typeface="+mn-lt"/>
              </a:rPr>
              <a:t>对碱进行分类</a:t>
            </a:r>
            <a:r>
              <a:rPr lang="zh-CN" altLang="en-US" b="1">
                <a:solidFill>
                  <a:prstClr val="black"/>
                </a:solidFill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6" name="图片 5" title="">
            <a:extLst>
              <a:ext uri="{FF2B5EF4-FFF2-40B4-BE49-F238E27FC236}">
                <a16:creationId xmlns:a16="http://schemas.microsoft.com/office/drawing/2014/main" id="{89AB156C-429C-D399-B465-D563430EC4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962" y="1025197"/>
            <a:ext cx="8982075" cy="3869690"/>
          </a:xfrm>
          <a:prstGeom prst="rect">
            <a:avLst/>
          </a:prstGeom>
        </p:spPr>
      </p:pic>
      <p:sp>
        <p:nvSpPr>
          <p:cNvPr id="2" name="矩形 1" title="">
            <a:extLst>
              <a:ext uri="{FF2B5EF4-FFF2-40B4-BE49-F238E27FC236}">
                <a16:creationId xmlns:a16="http://schemas.microsoft.com/office/drawing/2014/main" id="{6E963C3F-993F-727A-AD1C-94C5866CAE5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4629562"/>
      </p:ext>
    </p:extLst>
  </p:cSld>
  <p:clrMapOvr>
    <a:masterClrMapping/>
  </p:clrMapOvr>
  <p:transition>
    <p:zoom/>
  </p:transition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89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18 / 30</a:t>
            </a:r>
          </a:p>
        </p:txBody>
      </p:sp>
      <p:sp>
        <p:nvSpPr>
          <p:cNvPr id="10188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87" name="SkinProgress"/>
          <p:cNvSpPr/>
          <p:nvPr/>
        </p:nvSpPr>
        <p:spPr>
          <a:xfrm>
            <a:off x="100584" y="2057400"/>
            <a:ext cx="41148" cy="30861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3C13DD56-E35D-C25E-A1F1-F0059F811AF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9554" y="719614"/>
            <a:ext cx="834771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【思考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5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微软雅黑"/>
                <a:cs typeface="+mn-ea"/>
                <a:sym typeface="+mn-lt"/>
              </a:rPr>
              <a:t>】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利用</a:t>
            </a:r>
            <a:r>
              <a:rPr lang="zh-CN" altLang="en-US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树状</a:t>
            </a:r>
            <a:r>
              <a:rPr lang="zh-CN" altLang="zh-CN" b="1" kern="100">
                <a:solidFill>
                  <a:srgbClr val="FF0000"/>
                </a:solidFill>
                <a:latin typeface="+mj-ea"/>
                <a:ea typeface="微软雅黑"/>
                <a:cs typeface="微软雅黑" panose="020b0503020204020204" charset="-122"/>
                <a:sym typeface="+mn-lt"/>
              </a:rPr>
              <a:t>分类法</a:t>
            </a:r>
            <a:r>
              <a:rPr lang="zh-CN" altLang="zh-CN" b="1" kern="100">
                <a:latin typeface="+mj-ea"/>
                <a:ea typeface="微软雅黑"/>
                <a:cs typeface="微软雅黑" panose="020b0503020204020204" charset="-122"/>
                <a:sym typeface="+mn-lt"/>
              </a:rPr>
              <a:t>对盐进行分类</a:t>
            </a:r>
            <a:r>
              <a:rPr lang="zh-CN" altLang="en-US" b="1">
                <a:latin typeface="+mj-ea"/>
                <a:ea typeface="微软雅黑"/>
                <a:cs typeface="+mn-ea"/>
                <a:sym typeface="+mn-lt"/>
              </a:rPr>
              <a:t>，可以怎样分类？并举例说明。</a:t>
            </a:r>
          </a:p>
        </p:txBody>
      </p:sp>
      <p:pic>
        <p:nvPicPr>
          <p:cNvPr id="2" name="图片 1" title="">
            <a:extLst>
              <a:ext uri="{FF2B5EF4-FFF2-40B4-BE49-F238E27FC236}">
                <a16:creationId xmlns:a16="http://schemas.microsoft.com/office/drawing/2014/main" id="{3A69D837-D557-708C-BA07-1786B9A61A6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9554" y="1113183"/>
            <a:ext cx="8590314" cy="3745832"/>
          </a:xfrm>
          <a:prstGeom prst="rect">
            <a:avLst/>
          </a:prstGeom>
        </p:spPr>
      </p:pic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E895D5-FC50-42F6-7833-7D1F02B133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1: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物质的分类标准及其方法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2905944"/>
      </p:ext>
    </p:extLst>
  </p:cSld>
  <p:clrMapOvr>
    <a:masterClrMapping/>
  </p:clrMapOvr>
  <p:transition>
    <p:zoom/>
  </p:transition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92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19 / 30</a:t>
            </a:r>
          </a:p>
        </p:txBody>
      </p:sp>
      <p:sp>
        <p:nvSpPr>
          <p:cNvPr id="10191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90" name="SkinProgress"/>
          <p:cNvSpPr/>
          <p:nvPr/>
        </p:nvSpPr>
        <p:spPr>
          <a:xfrm>
            <a:off x="100584" y="1885950"/>
            <a:ext cx="41148" cy="32575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2" name="文本框 15" title=""/>
          <p:cNvSpPr txBox="1"/>
          <p:nvPr>
            <p:custDataLst>
              <p:tags r:id="rId3"/>
            </p:custDataLst>
          </p:nvPr>
        </p:nvSpPr>
        <p:spPr>
          <a:xfrm>
            <a:off x="798215" y="622263"/>
            <a:ext cx="7859554" cy="698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5000"/>
              </a:lnSpc>
              <a:defRPr>
                <a:ea typeface="微软雅黑"/>
              </a:defRPr>
            </a:pP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思考交流</a:t>
            </a:r>
            <a:r>
              <a:rPr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Arial" panose="020b0604020202020204" pitchFamily="34" charset="0"/>
              </a:rPr>
              <a:t>在初中我们学习过四种基本化学反应类型，它们是按照什么标准进行分类的？将化学反应又可以按照哪些不同的标准进行分类呢？</a:t>
            </a:r>
          </a:p>
        </p:txBody>
      </p:sp>
      <p:sp>
        <p:nvSpPr>
          <p:cNvPr id="3" name="Text Box 4" title="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00014" y="3096481"/>
            <a:ext cx="1031051" cy="346249"/>
          </a:xfrm>
          <a:prstGeom prst="rect">
            <a:avLst/>
          </a:prstGeom>
          <a:solidFill>
            <a:srgbClr val="ECDCE4"/>
          </a:solidFill>
          <a:ln w="9525">
            <a:solidFill>
              <a:srgbClr val="BA7C9B"/>
            </a:solidFill>
            <a:miter lim="800000"/>
          </a:ln>
        </p:spPr>
        <p:txBody>
          <a:bodyPr wrap="none">
            <a:spAutoFit/>
          </a:bodyPr>
          <a:lstStyle>
            <a:defPPr>
              <a:defRPr lang="zh-CN">
                <a:ea typeface="微软雅黑"/>
              </a:defRPr>
            </a:defPPr>
            <a:lvl1pPr>
              <a:defRPr kumimoji="1" b="1">
                <a:solidFill>
                  <a:schemeClr val="bg1"/>
                </a:solidFill>
                <a:latin typeface="+mj-ea"/>
                <a:ea typeface="微软雅黑"/>
              </a:defRPr>
            </a:lvl1pPr>
          </a:lstStyle>
          <a:p>
            <a:pPr defTabSz="913924"/>
            <a:r>
              <a:rPr lang="zh-CN" altLang="en-US" sz="1650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</a:rPr>
              <a:t>化学反应</a:t>
            </a:r>
          </a:p>
        </p:txBody>
      </p:sp>
      <p:sp>
        <p:nvSpPr>
          <p:cNvPr id="4" name="Rectangle 9" title="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81283" y="1926209"/>
            <a:ext cx="1812939" cy="6001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按反应前后物质种类、类别分类</a:t>
            </a:r>
          </a:p>
        </p:txBody>
      </p:sp>
      <p:sp>
        <p:nvSpPr>
          <p:cNvPr id="5" name="Rectangle 11" title="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98589" y="1559657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化合反应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:A+B=AB</a:t>
            </a:r>
          </a:p>
        </p:txBody>
      </p:sp>
      <p:sp>
        <p:nvSpPr>
          <p:cNvPr id="11" name="Rectangle 12" title="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708790" y="1913474"/>
            <a:ext cx="1928733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分解反应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:AB=A+B</a:t>
            </a:r>
          </a:p>
        </p:txBody>
      </p:sp>
      <p:sp>
        <p:nvSpPr>
          <p:cNvPr id="6" name="Rectangle 13" title="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743380" y="2265384"/>
            <a:ext cx="235352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置换反应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:A+BC=AB+C</a:t>
            </a:r>
          </a:p>
        </p:txBody>
      </p:sp>
      <p:sp>
        <p:nvSpPr>
          <p:cNvPr id="7" name="Rectangle 14" title="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35502" y="2622141"/>
            <a:ext cx="3264446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defTabSz="913924"/>
            <a:r>
              <a:rPr kumimoji="1" lang="zh-CN" altLang="en-US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复分解反应：</a:t>
            </a:r>
            <a:r>
              <a:rPr kumimoji="1" lang="en-US" altLang="zh-CN" sz="1650" b="1">
                <a:solidFill>
                  <a:schemeClr val="accent5">
                    <a:lumMod val="75000"/>
                  </a:scheme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AB+CD=AD+BC</a:t>
            </a:r>
          </a:p>
        </p:txBody>
      </p:sp>
      <p:sp>
        <p:nvSpPr>
          <p:cNvPr id="9" name="Rectangle 15" title="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646940" y="3359833"/>
            <a:ext cx="2300630" cy="7271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按是否有电子转移分类</a:t>
            </a:r>
            <a:endParaRPr kumimoji="1" lang="en-US" altLang="zh-CN" sz="1650" b="1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（化合价有无变化）</a:t>
            </a:r>
          </a:p>
        </p:txBody>
      </p:sp>
      <p:sp>
        <p:nvSpPr>
          <p:cNvPr id="16" name="Rectangle 18" title="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108238" y="3223014"/>
            <a:ext cx="1454244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17" name="Rectangle 19" title="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27406" y="3768866"/>
            <a:ext cx="166584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非氧化还原反应</a:t>
            </a:r>
          </a:p>
        </p:txBody>
      </p:sp>
      <p:sp>
        <p:nvSpPr>
          <p:cNvPr id="18" name="AutoShape 21" title=""/>
          <p:cNvSpPr/>
          <p:nvPr>
            <p:custDataLst>
              <p:tags r:id="rId13"/>
            </p:custDataLst>
          </p:nvPr>
        </p:nvSpPr>
        <p:spPr bwMode="auto">
          <a:xfrm>
            <a:off x="1606975" y="1926649"/>
            <a:ext cx="74201" cy="275505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9" name="AutoShape 21" title=""/>
          <p:cNvSpPr/>
          <p:nvPr>
            <p:custDataLst>
              <p:tags r:id="rId14"/>
            </p:custDataLst>
          </p:nvPr>
        </p:nvSpPr>
        <p:spPr bwMode="auto">
          <a:xfrm>
            <a:off x="3494245" y="1632228"/>
            <a:ext cx="34281" cy="1260611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" name="AutoShape 21" title=""/>
          <p:cNvSpPr/>
          <p:nvPr>
            <p:custDataLst>
              <p:tags r:id="rId15"/>
            </p:custDataLst>
          </p:nvPr>
        </p:nvSpPr>
        <p:spPr bwMode="auto">
          <a:xfrm>
            <a:off x="4035006" y="3301293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1" name="Rectangle 15" title="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792573" y="4434321"/>
            <a:ext cx="2935419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>
              <a:spcBef>
                <a:spcPct val="50000"/>
              </a:spcBef>
            </a:pPr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按是否有离子参与或生成分类</a:t>
            </a:r>
          </a:p>
        </p:txBody>
      </p:sp>
      <p:sp>
        <p:nvSpPr>
          <p:cNvPr id="22" name="Rectangle 18" title="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85066" y="4112178"/>
            <a:ext cx="1031051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  <p:sp>
        <p:nvSpPr>
          <p:cNvPr id="23" name="Rectangle 19" title="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901607" y="4534955"/>
            <a:ext cx="1242648" cy="34624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defTabSz="913924"/>
            <a:r>
              <a:rPr kumimoji="1" lang="zh-CN" altLang="en-US" sz="1650" b="1">
                <a:solidFill>
                  <a:srgbClr val="F79646">
                    <a:lumMod val="75000"/>
                  </a:srgbClr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非离子反应</a:t>
            </a:r>
          </a:p>
        </p:txBody>
      </p:sp>
      <p:sp>
        <p:nvSpPr>
          <p:cNvPr id="24" name="AutoShape 21" title=""/>
          <p:cNvSpPr/>
          <p:nvPr>
            <p:custDataLst>
              <p:tags r:id="rId19"/>
            </p:custDataLst>
          </p:nvPr>
        </p:nvSpPr>
        <p:spPr bwMode="auto">
          <a:xfrm>
            <a:off x="4839590" y="4161202"/>
            <a:ext cx="53829" cy="704323"/>
          </a:xfrm>
          <a:prstGeom prst="leftBrace">
            <a:avLst>
              <a:gd name="adj1" fmla="val 28002"/>
              <a:gd name="adj2" fmla="val 50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defTabSz="913924"/>
            <a:endParaRPr lang="zh-CN" altLang="en-US" sz="1650">
              <a:solidFill>
                <a:prstClr val="black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5" name="对话气泡: 圆角矩形 24" title=""/>
          <p:cNvSpPr/>
          <p:nvPr>
            <p:custDataLst>
              <p:tags r:id="rId20"/>
            </p:custDataLst>
          </p:nvPr>
        </p:nvSpPr>
        <p:spPr>
          <a:xfrm>
            <a:off x="6455938" y="163212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四种基本反应</a:t>
            </a:r>
          </a:p>
        </p:txBody>
      </p:sp>
      <p:sp>
        <p:nvSpPr>
          <p:cNvPr id="26" name="对话气泡: 圆角矩形 25" title=""/>
          <p:cNvSpPr/>
          <p:nvPr>
            <p:custDataLst>
              <p:tags r:id="rId21"/>
            </p:custDataLst>
          </p:nvPr>
        </p:nvSpPr>
        <p:spPr>
          <a:xfrm>
            <a:off x="6714789" y="3142701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氧化还原反应</a:t>
            </a:r>
          </a:p>
        </p:txBody>
      </p:sp>
      <p:sp>
        <p:nvSpPr>
          <p:cNvPr id="27" name="对话气泡: 圆角矩形 26" title=""/>
          <p:cNvSpPr/>
          <p:nvPr>
            <p:custDataLst>
              <p:tags r:id="rId22"/>
            </p:custDataLst>
          </p:nvPr>
        </p:nvSpPr>
        <p:spPr>
          <a:xfrm>
            <a:off x="6714789" y="4208630"/>
            <a:ext cx="1687219" cy="366330"/>
          </a:xfrm>
          <a:prstGeom prst="wedgeRoundRectCallout">
            <a:avLst>
              <a:gd name="adj1" fmla="val -42302"/>
              <a:gd name="adj2" fmla="val 107867"/>
              <a:gd name="adj3" fmla="val 16667"/>
            </a:avLst>
          </a:prstGeom>
          <a:solidFill>
            <a:srgbClr val="ECDCE4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913924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r>
              <a:rPr lang="zh-CN" altLang="en-US" sz="1650" b="1" kern="0">
                <a:solidFill>
                  <a:prstClr val="black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离子反应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 animBg="1"/>
      <p:bldP spid="6" grpId="0" animBg="1"/>
      <p:bldP spid="7" grpId="0" animBg="1"/>
      <p:bldP spid="9" grpId="0" animBg="1"/>
      <p:bldP spid="16" grpId="0" animBg="1"/>
      <p:bldP spid="17" grpId="0" animBg="1"/>
      <p:bldP spid="18" grpId="0" animBg="1"/>
      <p:bldP spid="1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10195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20 / 30</a:t>
            </a:r>
          </a:p>
        </p:txBody>
      </p:sp>
      <p:sp>
        <p:nvSpPr>
          <p:cNvPr id="10194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93" name="SkinProgress"/>
          <p:cNvSpPr/>
          <p:nvPr/>
        </p:nvSpPr>
        <p:spPr>
          <a:xfrm>
            <a:off x="100584" y="1714500"/>
            <a:ext cx="41148" cy="3429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7" name="AutoShape 10" title="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49117" y="503359"/>
            <a:ext cx="629920" cy="701675"/>
          </a:xfrm>
          <a:prstGeom prst="flowChartOffpageConnector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endParaRPr lang="en-US" altLang="zh-CN" sz="3200" b="1" kern="0">
              <a:solidFill>
                <a:prstClr val="white"/>
              </a:solidFill>
              <a:latin typeface="Arial" panose="02020603050405020304" pitchFamily="18" charset="0"/>
              <a:cs typeface="Times New Roman" panose="02020603050405020304" pitchFamily="18" charset="0"/>
              <a:ea typeface="微软雅黑"/>
            </a:endParaRPr>
          </a:p>
        </p:txBody>
      </p:sp>
      <p:cxnSp>
        <p:nvCxnSpPr>
          <p:cNvPr id="3" name="直接连接符 2" title=""/>
          <p:cNvCxnSpPr/>
          <p:nvPr>
            <p:custDataLst>
              <p:tags r:id="rId5"/>
            </p:custDataLst>
          </p:nvPr>
        </p:nvCxnSpPr>
        <p:spPr>
          <a:xfrm>
            <a:off x="1288415" y="958215"/>
            <a:ext cx="1250950" cy="69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 title=""/>
          <p:cNvCxnSpPr/>
          <p:nvPr>
            <p:custDataLst>
              <p:tags r:id="rId6"/>
            </p:custDataLst>
          </p:nvPr>
        </p:nvCxnSpPr>
        <p:spPr>
          <a:xfrm>
            <a:off x="2584450" y="963295"/>
            <a:ext cx="1090295" cy="127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68000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title=""/>
          <p:cNvSpPr txBox="1"/>
          <p:nvPr>
            <p:custDataLst>
              <p:tags r:id="rId7"/>
            </p:custDataLst>
          </p:nvPr>
        </p:nvSpPr>
        <p:spPr>
          <a:xfrm>
            <a:off x="1689893" y="530224"/>
            <a:ext cx="1698943" cy="4603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>
                <a:solidFill>
                  <a:srgbClr val="00B050"/>
                </a:solidFill>
                <a:effectLst>
                  <a:glow rad="228600">
                    <a:srgbClr val="ED7D31">
                      <a:satMod val="175000"/>
                      <a:alpha val="40000"/>
                    </a:srgbClr>
                  </a:glow>
                </a:effectLst>
                <a:latin typeface="+mj-ea"/>
                <a:ea typeface="微软雅黑"/>
                <a:cs typeface="Times New Roman" panose="02020603050405020304" pitchFamily="18" charset="0"/>
                <a:sym typeface="+mn-ea"/>
              </a:rPr>
              <a:t>课堂小结</a:t>
            </a:r>
          </a:p>
        </p:txBody>
      </p:sp>
      <p:sp>
        <p:nvSpPr>
          <p:cNvPr id="10" name="AutoShape 117" title=""/>
          <p:cNvSpPr/>
          <p:nvPr>
            <p:custDataLst>
              <p:tags r:id="rId8"/>
            </p:custDataLst>
          </p:nvPr>
        </p:nvSpPr>
        <p:spPr bwMode="auto">
          <a:xfrm>
            <a:off x="771525" y="586740"/>
            <a:ext cx="407670" cy="347345"/>
          </a:xfrm>
          <a:custGeom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gradFill>
            <a:gsLst>
              <a:gs pos="49000">
                <a:srgbClr val="00B0F0">
                  <a:alpha val="100000"/>
                </a:srgbClr>
              </a:gs>
              <a:gs pos="100000">
                <a:srgbClr val="00B0F0"/>
              </a:gs>
              <a:gs pos="99000">
                <a:schemeClr val="bg2"/>
              </a:gs>
            </a:gsLst>
            <a:lin ang="5400000" scaled="0"/>
          </a:gradFill>
          <a:ln>
            <a:noFill/>
          </a:ln>
          <a:effectLst/>
        </p:spPr>
        <p:txBody>
          <a:bodyPr lIns="19050" tIns="19050" rIns="19050" bIns="19050" anchor="ctr"/>
          <a:lstStyle/>
          <a:p>
            <a:pPr algn="ctr" defTabSz="228600">
              <a:defRPr>
                <a:ea typeface="微软雅黑"/>
              </a:defRPr>
            </a:pPr>
            <a:r>
              <a:rPr lang="en-US" sz="1500" ker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panose="020b0502020104020203" charset="0"/>
                <a:ea typeface="微软雅黑" panose="02010600030101010101" pitchFamily="2" charset="-122"/>
                <a:sym typeface="Gill Sans" panose="020b0502020104020203" charset="0"/>
              </a:rPr>
              <a:t>	</a:t>
            </a:r>
          </a:p>
        </p:txBody>
      </p:sp>
      <p:sp>
        <p:nvSpPr>
          <p:cNvPr id="36867" name="Text Box 4" title=""/>
          <p:cNvSpPr/>
          <p:nvPr>
            <p:custDataLst>
              <p:tags r:id="rId9"/>
            </p:custDataLst>
          </p:nvPr>
        </p:nvSpPr>
        <p:spPr>
          <a:xfrm>
            <a:off x="1709262" y="1799273"/>
            <a:ext cx="949166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交叉分类法</a:t>
            </a:r>
          </a:p>
        </p:txBody>
      </p:sp>
      <p:grpSp>
        <p:nvGrpSpPr>
          <p:cNvPr id="11" name="Group 16" title=""/>
          <p:cNvGrpSpPr/>
          <p:nvPr>
            <p:custDataLst>
              <p:tags r:id="rId10"/>
            </p:custDataLst>
          </p:nvPr>
        </p:nvGrpSpPr>
        <p:grpSpPr>
          <a:xfrm>
            <a:off x="2743660" y="1188415"/>
            <a:ext cx="2420964" cy="918133"/>
            <a:chOff x="1655" y="1298"/>
            <a:chExt cx="2033" cy="771"/>
          </a:xfrm>
        </p:grpSpPr>
        <p:sp>
          <p:nvSpPr>
            <p:cNvPr id="44046" name="Text Box 17"/>
            <p:cNvSpPr/>
            <p:nvPr>
              <p:custDataLst>
                <p:tags r:id="rId11"/>
              </p:custDataLst>
            </p:nvPr>
          </p:nvSpPr>
          <p:spPr>
            <a:xfrm>
              <a:off x="2200" y="1298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charset="-122"/>
                  <a:ea typeface="微软雅黑"/>
                </a:rPr>
                <a:t>分类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/>
                </a:rPr>
                <a:t>角度多样</a:t>
              </a:r>
            </a:p>
          </p:txBody>
        </p:sp>
        <p:cxnSp>
          <p:nvCxnSpPr>
            <p:cNvPr id="44047" name="Line 18"/>
            <p:cNvCxnSpPr/>
            <p:nvPr>
              <p:custDataLst>
                <p:tags r:id="rId12"/>
              </p:custDataLst>
            </p:nvPr>
          </p:nvCxnSpPr>
          <p:spPr>
            <a:xfrm flipV="1">
              <a:off x="1655" y="1480"/>
              <a:ext cx="635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7" title="">
            <a:extLst>
              <a:ext uri="{FF2B5EF4-FFF2-40B4-BE49-F238E27FC236}">
                <a16:creationId xmlns:a16="http://schemas.microsoft.com/office/drawing/2014/main" id="{02BA097E-94F0-C154-DC7A-029BB4D14187}"/>
              </a:ext>
            </a:extLst>
          </p:cNvPr>
          <p:cNvPicPr>
            <a:picLocks noGrp="1" noChangeAspect="1"/>
          </p:cNvPicPr>
          <p:nvPr>
            <p:custDataLst>
              <p:tags r:id="rId1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276600" y="1533525"/>
            <a:ext cx="2106454" cy="1226820"/>
          </a:xfrm>
          <a:prstGeom prst="rect">
            <a:avLst/>
          </a:prstGeom>
        </p:spPr>
      </p:pic>
      <p:sp>
        <p:nvSpPr>
          <p:cNvPr id="4" name="AutoShape 11" title="">
            <a:extLst>
              <a:ext uri="{FF2B5EF4-FFF2-40B4-BE49-F238E27FC236}">
                <a16:creationId xmlns:a16="http://schemas.microsoft.com/office/drawing/2014/main" id="{A9E7D89E-FB85-3E97-1418-D6DBC2D551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844149" y="2082982"/>
            <a:ext cx="432272" cy="215541"/>
          </a:xfrm>
          <a:prstGeom prst="notchedRightArrow">
            <a:avLst>
              <a:gd name="adj1" fmla="val 50000"/>
              <a:gd name="adj2" fmla="val 5003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36874" name="AutoShape 12" title=""/>
          <p:cNvSpPr/>
          <p:nvPr>
            <p:custDataLst>
              <p:tags r:id="rId16"/>
            </p:custDataLst>
          </p:nvPr>
        </p:nvSpPr>
        <p:spPr>
          <a:xfrm>
            <a:off x="5444490" y="2160270"/>
            <a:ext cx="594360" cy="214789"/>
          </a:xfrm>
          <a:prstGeom prst="notchedRightArrow">
            <a:avLst>
              <a:gd name="adj1" fmla="val 50000"/>
              <a:gd name="adj2" fmla="val 456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36872" name="Text Box 10" title=""/>
          <p:cNvSpPr/>
          <p:nvPr>
            <p:custDataLst>
              <p:tags r:id="rId17"/>
            </p:custDataLst>
          </p:nvPr>
        </p:nvSpPr>
        <p:spPr>
          <a:xfrm>
            <a:off x="6100286" y="1645920"/>
            <a:ext cx="1572578" cy="923328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特点：物质类别间有相交叉的部分</a:t>
            </a:r>
          </a:p>
        </p:txBody>
      </p:sp>
      <p:sp>
        <p:nvSpPr>
          <p:cNvPr id="5" name="Text Box 5" title="">
            <a:extLst>
              <a:ext uri="{FF2B5EF4-FFF2-40B4-BE49-F238E27FC236}">
                <a16:creationId xmlns:a16="http://schemas.microsoft.com/office/drawing/2014/main" id="{5AB19CD2-65A8-34A2-F664-477C89618DF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41985" y="3787616"/>
            <a:ext cx="881063" cy="6463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树状分类法</a:t>
            </a:r>
          </a:p>
        </p:txBody>
      </p:sp>
      <p:pic>
        <p:nvPicPr>
          <p:cNvPr id="6" name="Picture 23" title="">
            <a:extLst>
              <a:ext uri="{FF2B5EF4-FFF2-40B4-BE49-F238E27FC236}">
                <a16:creationId xmlns:a16="http://schemas.microsoft.com/office/drawing/2014/main" id="{A3A05437-EB07-FCAD-423F-6EA42CF1B1C0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9"/>
          <a:srcRect l="5263" t="3294" r="4512" b="6947"/>
          <a:stretch>
            <a:fillRect/>
          </a:stretch>
        </p:blipFill>
        <p:spPr>
          <a:xfrm>
            <a:off x="2204085" y="2862739"/>
            <a:ext cx="1584008" cy="13044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5" name="AutoShape 13" title=""/>
          <p:cNvSpPr/>
          <p:nvPr>
            <p:custDataLst>
              <p:tags r:id="rId21"/>
            </p:custDataLst>
          </p:nvPr>
        </p:nvSpPr>
        <p:spPr>
          <a:xfrm>
            <a:off x="1609709" y="3941192"/>
            <a:ext cx="594225" cy="216732"/>
          </a:xfrm>
          <a:prstGeom prst="notchedRightArrow">
            <a:avLst>
              <a:gd name="adj1" fmla="val 50000"/>
              <a:gd name="adj2" fmla="val 6840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微软雅黑" panose="02010600030101010101" pitchFamily="2" charset="-122"/>
            </a:endParaRPr>
          </a:p>
        </p:txBody>
      </p:sp>
      <p:grpSp>
        <p:nvGrpSpPr>
          <p:cNvPr id="8" name="Group 19" title="">
            <a:extLst>
              <a:ext uri="{FF2B5EF4-FFF2-40B4-BE49-F238E27FC236}">
                <a16:creationId xmlns:a16="http://schemas.microsoft.com/office/drawing/2014/main" id="{C0E77670-DAD1-9504-152B-B5DA2E360D13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1523031" y="4166737"/>
            <a:ext cx="2459072" cy="369159"/>
            <a:chOff x="1655" y="3559"/>
            <a:chExt cx="2065" cy="310"/>
          </a:xfrm>
        </p:grpSpPr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0BF2369C-5166-2E75-0356-A9382A1776FC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2232" y="3559"/>
              <a:ext cx="1488" cy="310"/>
            </a:xfrm>
            <a:prstGeom prst="rect">
              <a:avLst/>
            </a:prstGeom>
            <a:noFill/>
            <a:ln w="9525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charset="-122"/>
                  <a:ea typeface="微软雅黑"/>
                </a:rPr>
                <a:t>分类标准唯一</a:t>
              </a:r>
            </a:p>
          </p:txBody>
        </p:sp>
        <p:cxnSp>
          <p:nvCxnSpPr>
            <p:cNvPr id="14" name="Line 21">
              <a:extLst>
                <a:ext uri="{FF2B5EF4-FFF2-40B4-BE49-F238E27FC236}">
                  <a16:creationId xmlns:a16="http://schemas.microsoft.com/office/drawing/2014/main" id="{04338C08-179A-9182-6FC0-185FD9EEFD2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1655" y="3600"/>
              <a:ext cx="545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AutoShape 14" title="">
            <a:extLst>
              <a:ext uri="{FF2B5EF4-FFF2-40B4-BE49-F238E27FC236}">
                <a16:creationId xmlns:a16="http://schemas.microsoft.com/office/drawing/2014/main" id="{84F0CAC0-EACA-2F52-6B40-6867AA02342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62388" y="3879057"/>
            <a:ext cx="470535" cy="202406"/>
          </a:xfrm>
          <a:prstGeom prst="notchedRightArrow">
            <a:avLst>
              <a:gd name="adj1" fmla="val 50000"/>
              <a:gd name="adj2" fmla="val 4971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8" tIns="45719" rIns="91438" bIns="45719" anchor="ctr"/>
          <a:lstStyle/>
          <a:p>
            <a:pPr algn="ctr"/>
            <a:endParaRPr lang="zh-CN" altLang="en-US" sz="100">
              <a:latin typeface="Arial" panose="020b0604020202020204" pitchFamily="34" charset="0"/>
              <a:ea typeface="微软雅黑" panose="02010600030101010101" pitchFamily="2" charset="-122"/>
            </a:endParaRPr>
          </a:p>
        </p:txBody>
      </p:sp>
      <p:sp>
        <p:nvSpPr>
          <p:cNvPr id="16" name="Text Box 15" title="">
            <a:extLst>
              <a:ext uri="{FF2B5EF4-FFF2-40B4-BE49-F238E27FC236}">
                <a16:creationId xmlns:a16="http://schemas.microsoft.com/office/drawing/2014/main" id="{2ECF908C-4171-B2E6-1D5D-6064E2434A17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332922" y="3242311"/>
            <a:ext cx="1294448" cy="1200327"/>
          </a:xfrm>
          <a:prstGeom prst="rect">
            <a:avLst/>
          </a:prstGeom>
          <a:noFill/>
          <a:ln w="9525">
            <a:noFill/>
          </a:ln>
        </p:spPr>
        <p:txBody>
          <a:bodyPr wrap="square" lIns="91438" tIns="45719" rIns="91438" bIns="45719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微软雅黑" panose="020b0503020204020204" charset="-122"/>
                <a:ea typeface="微软雅黑"/>
              </a:rPr>
              <a:t>特点：同层次中各类别间相互独立</a:t>
            </a:r>
          </a:p>
        </p:txBody>
      </p:sp>
    </p:spTree>
    <p:extLst>
      <p:ext uri="{BB962C8B-B14F-4D97-AF65-F5344CB8AC3E}">
        <p14:creationId xmlns:p14="http://schemas.microsoft.com/office/powerpoint/2010/main" val="1453087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  <p:cond evt="onBegin" delay="0">
                          <p:tn val="3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  <p:cond evt="onBegin" delay="0">
                          <p:tn val="37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  <p:cond evt="onBegin" delay="0">
                          <p:tn val="4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  <p:cond evt="onBegin" delay="0">
                          <p:tn val="47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  <p:cond evt="onBegin" delay="0">
                          <p:tn val="57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nimBg="1"/>
      <p:bldP spid="4" grpId="0" animBg="1"/>
      <p:bldP spid="36874" grpId="0" animBg="1"/>
      <p:bldP spid="36872" grpId="0"/>
      <p:bldP spid="5" grpId="0" animBg="1"/>
      <p:bldP spid="36875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198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21 / 30</a:t>
            </a:r>
          </a:p>
        </p:txBody>
      </p:sp>
      <p:sp>
        <p:nvSpPr>
          <p:cNvPr id="10197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96" name="SkinProgress"/>
          <p:cNvSpPr/>
          <p:nvPr/>
        </p:nvSpPr>
        <p:spPr>
          <a:xfrm>
            <a:off x="100584" y="1543050"/>
            <a:ext cx="41148" cy="36004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0" name="文本框 99" title=""/>
          <p:cNvSpPr txBox="1"/>
          <p:nvPr>
            <p:custDataLst>
              <p:tags r:id="rId3"/>
            </p:custDataLst>
          </p:nvPr>
        </p:nvSpPr>
        <p:spPr>
          <a:xfrm>
            <a:off x="198620" y="658184"/>
            <a:ext cx="9025160" cy="27362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495"/>
              </a:lnSpc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【典例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下列各组物质，按化合物、单质、混合物的顺序排列的是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　　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．干冰、铁、氯化氢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．生石灰、白磷、熟石灰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．烧碱、液态氧、碘酒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	       </a:t>
            </a:r>
          </a:p>
          <a:p>
            <a:pPr indent="200025">
              <a:lnSpc>
                <a:spcPts val="349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．空气、氮气、胆矾
</a:t>
            </a:r>
          </a:p>
        </p:txBody>
      </p:sp>
      <p:sp>
        <p:nvSpPr>
          <p:cNvPr id="4" name="文本框 3" title=""/>
          <p:cNvSpPr txBox="1"/>
          <p:nvPr>
            <p:custDataLst>
              <p:tags r:id="rId4"/>
            </p:custDataLst>
          </p:nvPr>
        </p:nvSpPr>
        <p:spPr>
          <a:xfrm>
            <a:off x="8479770" y="795555"/>
            <a:ext cx="330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3FA17E3-FB81-E7A1-775E-893884C661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14498" y="2933830"/>
            <a:ext cx="7759065" cy="2035429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60"/>
              </a:lnSpc>
            </a:pPr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】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．氯化氢是纯净物，不是混合物，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．熟石灰是纯净物，不是混合物，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项错误；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．烧碱的化学式为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，属于化合物；液态氧的化学式为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，属于单质；碘酒是碘的酒精溶液，属于混合物。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项正确；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．空气是由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等气体组成的混合物，不是化合物，胆矾是纯净物不是混合物，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项错误。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87BEE7C-5D5C-A795-F602-DE9EC22FB66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01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22 / 30</a:t>
            </a:r>
          </a:p>
        </p:txBody>
      </p:sp>
      <p:sp>
        <p:nvSpPr>
          <p:cNvPr id="10200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199" name="SkinProgress"/>
          <p:cNvSpPr/>
          <p:nvPr/>
        </p:nvSpPr>
        <p:spPr>
          <a:xfrm>
            <a:off x="100584" y="1371601"/>
            <a:ext cx="41148" cy="3771899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8" name="文本框 107" title=""/>
          <p:cNvSpPr txBox="1"/>
          <p:nvPr>
            <p:custDataLst>
              <p:tags r:id="rId3"/>
            </p:custDataLst>
          </p:nvPr>
        </p:nvSpPr>
        <p:spPr>
          <a:xfrm>
            <a:off x="507682" y="774897"/>
            <a:ext cx="8170545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978">
              <a:lnSpc>
                <a:spcPts val="3345"/>
              </a:lnSpc>
            </a:pP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将下列各组物质分类正确的是（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 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A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．酸：硫酸、醋酸、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NaHSO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、硝酸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B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．同素异形体：金刚石、石墨、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60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、无定形碳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C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．盐：生石灰、硝酸钾、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、苛性钠</a:t>
            </a:r>
          </a:p>
          <a:p>
            <a:pPr indent="200978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D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．碱：纯碱、烧碱、乙醇、熟石灰</a:t>
            </a:r>
          </a:p>
        </p:txBody>
      </p:sp>
      <p:sp>
        <p:nvSpPr>
          <p:cNvPr id="2" name="文本框 1" title=""/>
          <p:cNvSpPr txBox="1"/>
          <p:nvPr>
            <p:custDataLst>
              <p:tags r:id="rId4"/>
            </p:custDataLst>
          </p:nvPr>
        </p:nvSpPr>
        <p:spPr>
          <a:xfrm>
            <a:off x="5772205" y="851369"/>
            <a:ext cx="3128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</a:p>
        </p:txBody>
      </p:sp>
      <p:sp>
        <p:nvSpPr>
          <p:cNvPr id="6" name="文本框 5" title=""/>
          <p:cNvSpPr txBox="1"/>
          <p:nvPr>
            <p:custDataLst>
              <p:tags r:id="rId5"/>
            </p:custDataLst>
          </p:nvPr>
        </p:nvSpPr>
        <p:spPr>
          <a:xfrm>
            <a:off x="391001" y="3153728"/>
            <a:ext cx="8403908" cy="158979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．酸是电离出的阳离子都是氢离子的物质，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不是酸，故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．同素异形体是同种元素形成的不同单质，金刚石、石墨、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en-US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60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、无定形碳都是碳元素形成的不同单质，故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．生石灰是氧化物，不是盐，故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．纯碱为盐，乙醇是有机物不是碱，故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错误；故选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F20CFD83-E050-69D7-834A-5F62FBED3D0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04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23 / 30</a:t>
            </a:r>
          </a:p>
        </p:txBody>
      </p:sp>
      <p:sp>
        <p:nvSpPr>
          <p:cNvPr id="10203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02" name="SkinProgress"/>
          <p:cNvSpPr/>
          <p:nvPr/>
        </p:nvSpPr>
        <p:spPr>
          <a:xfrm>
            <a:off x="100584" y="1200150"/>
            <a:ext cx="41148" cy="39433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4" name="文本框 103" title=""/>
          <p:cNvSpPr txBox="1"/>
          <p:nvPr>
            <p:custDataLst>
              <p:tags r:id="rId3"/>
            </p:custDataLst>
          </p:nvPr>
        </p:nvSpPr>
        <p:spPr>
          <a:xfrm>
            <a:off x="618141" y="621679"/>
            <a:ext cx="6003608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【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典例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】化学概念在逻辑上存在如下关系：</a:t>
            </a:r>
          </a:p>
        </p:txBody>
      </p:sp>
      <p:pic>
        <p:nvPicPr>
          <p:cNvPr id="10" name="图片 9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41881" y="937989"/>
            <a:ext cx="4843939" cy="122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" name="文本框 104" title=""/>
          <p:cNvSpPr txBox="1"/>
          <p:nvPr>
            <p:custDataLst>
              <p:tags r:id="rId6"/>
            </p:custDataLst>
          </p:nvPr>
        </p:nvSpPr>
        <p:spPr>
          <a:xfrm>
            <a:off x="1092671" y="2026108"/>
            <a:ext cx="5456873" cy="19836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045"/>
              </a:lnSpc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对下列概念的说法正确的是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   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．化合物与纯净物属于重叠关系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         
   B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．化合物与碱性氧化物属于交叉关系</a:t>
            </a:r>
          </a:p>
          <a:p>
            <a:pPr indent="200025">
              <a:lnSpc>
                <a:spcPts val="30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．分解反应与复分解反应属于并列关系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  
   D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．硫酸与硝酸只有交叉关系</a:t>
            </a:r>
          </a:p>
        </p:txBody>
      </p:sp>
      <p:sp>
        <p:nvSpPr>
          <p:cNvPr id="11" name="文本框 10" title=""/>
          <p:cNvSpPr txBox="1"/>
          <p:nvPr>
            <p:custDataLst>
              <p:tags r:id="rId7"/>
            </p:custDataLst>
          </p:nvPr>
        </p:nvSpPr>
        <p:spPr>
          <a:xfrm>
            <a:off x="4721438" y="2105079"/>
            <a:ext cx="3014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67D46388-4E76-FEE7-A19E-F4442DD60F4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141" y="4070386"/>
            <a:ext cx="7710011" cy="1073114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spAutoFit/>
          </a:bodyPr>
          <a:lstStyle/>
          <a:p>
            <a:pPr indent="200025">
              <a:lnSpc>
                <a:spcPts val="2610"/>
              </a:lnSpc>
            </a:pPr>
            <a:r>
              <a:rPr lang="en-US" altLang="zh-CN" sz="20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0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sz="20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纯净物与化合物、化合物与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碱性氧化物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属于包含关系；分解反应与复分解反应属于并列关系；硫酸与硝酸既有交叉关系</a:t>
            </a:r>
            <a:r>
              <a:rPr lang="en-US" altLang="zh-CN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都是含氧酸</a:t>
            </a:r>
            <a:r>
              <a:rPr lang="en-US" altLang="zh-CN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，又有并列关系</a:t>
            </a:r>
            <a:r>
              <a:rPr lang="en-US" altLang="zh-CN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一元酸、二元酸</a:t>
            </a:r>
            <a:r>
              <a:rPr lang="en-US" altLang="zh-CN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zh-CN" altLang="en-US" sz="20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E69E7EFC-6973-DDA2-64D6-1EA84F53877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07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24 / 30</a:t>
            </a:r>
          </a:p>
        </p:txBody>
      </p:sp>
      <p:sp>
        <p:nvSpPr>
          <p:cNvPr id="10206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05" name="SkinProgress"/>
          <p:cNvSpPr/>
          <p:nvPr/>
        </p:nvSpPr>
        <p:spPr>
          <a:xfrm>
            <a:off x="100584" y="1028700"/>
            <a:ext cx="41148" cy="4114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5" name="文本框 104" title=""/>
          <p:cNvSpPr txBox="1"/>
          <p:nvPr>
            <p:custDataLst>
              <p:tags r:id="rId3"/>
            </p:custDataLst>
          </p:nvPr>
        </p:nvSpPr>
        <p:spPr>
          <a:xfrm>
            <a:off x="0" y="490876"/>
            <a:ext cx="8891041" cy="869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195"/>
              </a:lnSpc>
            </a:pPr>
            <a:r>
              <a:rPr lang="en-US" altLang="zh-CN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en-US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奥运五环代表着世界人民团结在一起。下列各项中的物质，能满足如图中阴影部分关系的是（</a:t>
            </a:r>
            <a:r>
              <a:rPr lang="en-US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   </a:t>
            </a:r>
            <a:r>
              <a:rPr lang="zh-CN" altLang="en-US" sz="195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pic>
        <p:nvPicPr>
          <p:cNvPr id="2" name="图片 1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6316" y="1640382"/>
            <a:ext cx="2731770" cy="118014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5" title="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46653757"/>
              </p:ext>
            </p:extLst>
          </p:nvPr>
        </p:nvGraphicFramePr>
        <p:xfrm>
          <a:off x="175081" y="1505027"/>
          <a:ext cx="6071235" cy="1881190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3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877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选项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①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②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③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④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NH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Cl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618"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KNO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(NH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)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0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0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0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7150" marR="57150" marT="35719" marB="35719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文本框 9" title=""/>
          <p:cNvSpPr txBox="1"/>
          <p:nvPr>
            <p:custDataLst>
              <p:tags r:id="rId7"/>
            </p:custDataLst>
          </p:nvPr>
        </p:nvSpPr>
        <p:spPr>
          <a:xfrm>
            <a:off x="3021603" y="930179"/>
            <a:ext cx="511016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endParaRPr lang="zh-CN" altLang="en-US" sz="2100" b="1">
              <a:solidFill>
                <a:srgbClr val="FF0000"/>
              </a:solidFill>
              <a:latin typeface="Arial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8"/>
            </p:custDataLst>
          </p:nvPr>
        </p:nvSpPr>
        <p:spPr>
          <a:xfrm>
            <a:off x="252193" y="3521572"/>
            <a:ext cx="8511318" cy="1357248"/>
          </a:xfrm>
          <a:prstGeom prst="rect">
            <a:avLst/>
          </a:prstGeom>
          <a:solidFill>
            <a:schemeClr val="bg1"/>
          </a:solidFill>
          <a:ln w="9525">
            <a:solidFill>
              <a:srgbClr val="BA7C9B"/>
            </a:solidFill>
          </a:ln>
        </p:spPr>
        <p:txBody>
          <a:bodyPr wrap="square">
            <a:noAutofit/>
          </a:bodyPr>
          <a:lstStyle/>
          <a:p>
            <a:pPr indent="200025"/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解析</a:t>
            </a:r>
            <a:r>
              <a:rPr lang="en-US" altLang="zh-CN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)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是钠盐、硫酸盐，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是钾盐、硫酸盐，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KCl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NH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Cl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正确；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NaCl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是钠盐、盐酸盐，不是硫酸盐，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KNO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是钾盐、硝酸盐，不是盐酸盐，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(NH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4)2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altLang="zh-CN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是铵盐、硫酸盐，不是盐酸盐，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错误；答案选</a:t>
            </a:r>
            <a:r>
              <a:rPr lang="en-US" altLang="zh-CN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58408A5E-8623-683E-B45B-BDE96285C73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10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25 / 30</a:t>
            </a:r>
          </a:p>
        </p:txBody>
      </p:sp>
      <p:sp>
        <p:nvSpPr>
          <p:cNvPr id="10209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08" name="SkinProgress"/>
          <p:cNvSpPr/>
          <p:nvPr/>
        </p:nvSpPr>
        <p:spPr>
          <a:xfrm>
            <a:off x="100584" y="857250"/>
            <a:ext cx="41148" cy="42862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39" name="矩形 38" title=""/>
          <p:cNvSpPr/>
          <p:nvPr>
            <p:custDataLst>
              <p:tags r:id="rId3"/>
            </p:custDataLst>
          </p:nvPr>
        </p:nvSpPr>
        <p:spPr>
          <a:xfrm>
            <a:off x="200501" y="971074"/>
            <a:ext cx="8703945" cy="3427459"/>
          </a:xfrm>
          <a:prstGeom prst="rect">
            <a:avLst/>
          </a:prstGeom>
        </p:spPr>
        <p:txBody>
          <a:bodyPr wrap="square" lIns="91424" tIns="45711" rIns="91424" bIns="45711">
            <a:spAutoFit/>
          </a:bodyPr>
          <a:lstStyle>
            <a:defPPr>
              <a:defRPr lang="zh-CN">
                <a:ea typeface="微软雅黑"/>
              </a:defRPr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【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典例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】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下列五组物质，每组中有一种物质从某种角度分析与其他三种不同，请找出该物质，并说明理由。</a:t>
            </a: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(1)Fe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P_______________</a:t>
            </a:r>
            <a:endParaRPr lang="zh-CN" altLang="zh-CN" sz="2100" b="1" kern="100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(2)H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S___________________</a:t>
            </a:r>
            <a:endParaRPr lang="zh-CN" altLang="zh-CN" sz="2100" b="1" kern="100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(3)Fe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 err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CuO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H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O_____________________</a:t>
            </a:r>
            <a:endParaRPr lang="zh-CN" altLang="zh-CN" sz="2100" b="1" kern="100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(4)AgCl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BaSO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4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、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CaCO</a:t>
            </a:r>
            <a:r>
              <a:rPr lang="en-US" altLang="zh-CN" sz="2100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____________________________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</a:t>
            </a:r>
            <a:endParaRPr lang="en-US" altLang="zh-CN" sz="2100" b="1" kern="100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__</a:t>
            </a:r>
            <a:r>
              <a:rPr lang="en-US" altLang="zh-CN" sz="2100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__________</a:t>
            </a:r>
            <a:endParaRPr lang="en-US" altLang="zh-CN" sz="2100" b="1" kern="100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矩形 2" title=""/>
          <p:cNvSpPr/>
          <p:nvPr>
            <p:custDataLst>
              <p:tags r:id="rId4"/>
            </p:custDataLst>
          </p:nvPr>
        </p:nvSpPr>
        <p:spPr>
          <a:xfrm>
            <a:off x="2162673" y="1943010"/>
            <a:ext cx="1832553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Fe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为金属</a:t>
            </a:r>
          </a:p>
        </p:txBody>
      </p:sp>
      <p:sp>
        <p:nvSpPr>
          <p:cNvPr id="5" name="矩形 4" title=""/>
          <p:cNvSpPr/>
          <p:nvPr>
            <p:custDataLst>
              <p:tags r:id="rId5"/>
            </p:custDataLst>
          </p:nvPr>
        </p:nvSpPr>
        <p:spPr>
          <a:xfrm>
            <a:off x="2466267" y="2394901"/>
            <a:ext cx="2367956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；常温下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S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为固体</a:t>
            </a:r>
          </a:p>
        </p:txBody>
      </p:sp>
      <p:sp>
        <p:nvSpPr>
          <p:cNvPr id="7" name="矩形 6" title=""/>
          <p:cNvSpPr/>
          <p:nvPr>
            <p:custDataLst>
              <p:tags r:id="rId6"/>
            </p:custDataLst>
          </p:nvPr>
        </p:nvSpPr>
        <p:spPr>
          <a:xfrm>
            <a:off x="4038141" y="2825713"/>
            <a:ext cx="2816797" cy="519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为盐</a:t>
            </a:r>
          </a:p>
        </p:txBody>
      </p:sp>
      <p:sp>
        <p:nvSpPr>
          <p:cNvPr id="17" name="矩形 16" title=""/>
          <p:cNvSpPr/>
          <p:nvPr>
            <p:custDataLst>
              <p:tags r:id="rId7"/>
            </p:custDataLst>
          </p:nvPr>
        </p:nvSpPr>
        <p:spPr>
          <a:xfrm>
            <a:off x="4259104" y="3320415"/>
            <a:ext cx="4705826" cy="1003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KNO</a:t>
            </a:r>
            <a:r>
              <a:rPr lang="en-US" altLang="zh-CN" sz="2100" b="1" kern="100" baseline="-250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易溶于水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或</a:t>
            </a:r>
            <a:r>
              <a:rPr lang="en-US" altLang="zh-CN" sz="2100" b="1" kern="100" err="1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；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AgCl</a:t>
            </a:r>
          </a:p>
        </p:txBody>
      </p:sp>
      <p:sp>
        <p:nvSpPr>
          <p:cNvPr id="19" name="矩形 18" title=""/>
          <p:cNvSpPr/>
          <p:nvPr>
            <p:custDataLst>
              <p:tags r:id="rId8"/>
            </p:custDataLst>
          </p:nvPr>
        </p:nvSpPr>
        <p:spPr>
          <a:xfrm>
            <a:off x="266917" y="3787654"/>
            <a:ext cx="2304545" cy="1004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酸根离子中不含氧</a:t>
            </a:r>
            <a:r>
              <a:rPr lang="en-US" altLang="zh-CN" sz="2100" b="1" kern="100">
                <a:solidFill>
                  <a:srgbClr val="C0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2" name="矩形 1" title="">
            <a:extLst>
              <a:ext uri="{FF2B5EF4-FFF2-40B4-BE49-F238E27FC236}">
                <a16:creationId xmlns:a16="http://schemas.microsoft.com/office/drawing/2014/main" id="{D1E3ADF7-E4CE-1DA8-4D5E-DEC9FB0900D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3642" y="99837"/>
            <a:ext cx="2932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71675"/>
              </a:tabLst>
              <a:defRPr>
                <a:ea typeface="微软雅黑"/>
              </a:defRPr>
            </a:pPr>
            <a:r>
              <a:rPr lang="zh-CN" altLang="en-US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</a:t>
            </a:r>
            <a:r>
              <a:rPr lang="en-US" altLang="zh-CN" b="1" kern="1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2:</a:t>
            </a:r>
            <a:r>
              <a:rPr lang="zh-CN" altLang="en-US" b="1" kern="100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典例分析</a:t>
            </a:r>
            <a:r>
              <a:rPr lang="zh-CN" altLang="en-US" b="1">
                <a:solidFill>
                  <a:srgbClr val="FFFFFF"/>
                </a:solidFill>
                <a:effectLst>
                  <a:glow rad="228600">
                    <a:srgbClr val="618499">
                      <a:satMod val="175000"/>
                      <a:alpha val="40000"/>
                    </a:srgbClr>
                  </a:glow>
                </a:effectLst>
                <a:latin typeface="Arial" panose="02020603050405020304" pitchFamily="18" charset="0"/>
                <a:ea typeface="微软雅黑"/>
                <a:cs typeface="Times New Roman" panose="02020603050405020304" pitchFamily="18" charset="0"/>
                <a:sym typeface="+mn-ea"/>
              </a:rPr>
              <a:t>及对点练习</a:t>
            </a:r>
            <a:endParaRPr lang="en-US" altLang="zh-CN" b="1">
              <a:solidFill>
                <a:srgbClr val="FFFFFF"/>
              </a:solidFill>
              <a:effectLst>
                <a:glow rad="228600">
                  <a:srgbClr val="618499">
                    <a:satMod val="175000"/>
                    <a:alpha val="40000"/>
                  </a:srgbClr>
                </a:glow>
              </a:effectLst>
              <a:latin typeface="Arial" panose="02020603050405020304" pitchFamily="18" charset="0"/>
              <a:ea typeface="微软雅黑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7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817F2-760D-F04B-3051-D6D64DF0C311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13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26 / 30</a:t>
            </a:r>
          </a:p>
        </p:txBody>
      </p:sp>
      <p:sp>
        <p:nvSpPr>
          <p:cNvPr id="10212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11" name="SkinProgress"/>
          <p:cNvSpPr/>
          <p:nvPr/>
        </p:nvSpPr>
        <p:spPr>
          <a:xfrm>
            <a:off x="100584" y="685800"/>
            <a:ext cx="41148" cy="44577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FADA2AB0-3E84-4555-1494-BF2EE7FE28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BEFBA063-B700-59F1-7FA1-50C9CDB81D7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Arial" panose="02010600030101010101" pitchFamily="2" charset="-122"/>
                <a:cs typeface="宋体" panose="02010600030101010101" pitchFamily="2" charset="-122"/>
                <a:ea typeface="微软雅黑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1793C0CA-7100-E98A-FBD5-BB884E2B881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34B1EF8-75FA-1EFA-1A0F-4C25DF652C0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D850F77-DC5D-7DFB-A1EC-FECE4FA05DD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 title="">
            <a:extLst>
              <a:ext uri="{FF2B5EF4-FFF2-40B4-BE49-F238E27FC236}">
                <a16:creationId xmlns:a16="http://schemas.microsoft.com/office/drawing/2014/main" id="{75B82A75-A282-2493-BD67-33BB12E491A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13425" y="1213751"/>
            <a:ext cx="8641556" cy="10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1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CO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NaCl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NaOH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、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Na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SO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4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可按某种标准划分为一类物质，下列分类标准</a:t>
            </a:r>
            <a:r>
              <a:rPr lang="zh-CN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 )</a:t>
            </a:r>
            <a:endParaRPr lang="zh-CN" altLang="zh-CN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．钠的化合物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B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．纯净物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C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．钠盐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	D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．无机物</a:t>
            </a:r>
          </a:p>
        </p:txBody>
      </p:sp>
      <p:sp>
        <p:nvSpPr>
          <p:cNvPr id="4" name="文本框 3" title="">
            <a:extLst>
              <a:ext uri="{FF2B5EF4-FFF2-40B4-BE49-F238E27FC236}">
                <a16:creationId xmlns:a16="http://schemas.microsoft.com/office/drawing/2014/main" id="{0B9308BB-62AB-731F-E048-4F7CAD31FE3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735218" y="15464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E070E906-11BE-15EB-1C27-F500B7CD84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51222" y="2458901"/>
            <a:ext cx="8641556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．已知由碳元素组成的单质有金刚石、石墨和足球烯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等，由氧元素组成的单质有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2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和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O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3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，下列说法</a:t>
            </a:r>
            <a:r>
              <a:rPr lang="zh-CN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 )</a:t>
            </a:r>
            <a:endParaRPr lang="zh-CN" altLang="zh-CN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．一种元素可能形成两种或两种以上不同的单质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．单质的种类一定多于元素的种类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．由同一种元素形成的几种单质互为同素异形体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．金刚石、石墨和足球烯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(C</a:t>
            </a:r>
            <a:r>
              <a:rPr lang="en-US" altLang="zh-CN" b="1" kern="100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60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)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在氧气中燃烧都只能生成一种物质</a:t>
            </a:r>
          </a:p>
        </p:txBody>
      </p:sp>
      <p:sp>
        <p:nvSpPr>
          <p:cNvPr id="10" name="文本框 9" title="">
            <a:extLst>
              <a:ext uri="{FF2B5EF4-FFF2-40B4-BE49-F238E27FC236}">
                <a16:creationId xmlns:a16="http://schemas.microsoft.com/office/drawing/2014/main" id="{6AC400F6-0A70-AA23-220D-543EDC79FF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836104" y="2814548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23987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16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27 / 30</a:t>
            </a:r>
          </a:p>
        </p:txBody>
      </p:sp>
      <p:sp>
        <p:nvSpPr>
          <p:cNvPr id="10215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14" name="SkinProgress"/>
          <p:cNvSpPr/>
          <p:nvPr/>
        </p:nvSpPr>
        <p:spPr>
          <a:xfrm>
            <a:off x="100584" y="514350"/>
            <a:ext cx="41148" cy="46291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/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Arial" panose="02010600030101010101" pitchFamily="2" charset="-122"/>
                <a:cs typeface="宋体" panose="02010600030101010101" pitchFamily="2" charset="-122"/>
                <a:ea typeface="微软雅黑"/>
              </a:rPr>
              <a:t>课堂检测</a:t>
            </a:r>
          </a:p>
        </p:txBody>
      </p:sp>
      <p:grpSp>
        <p:nvGrpSpPr>
          <p:cNvPr id="14" name="组合 13" title=""/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/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本框 103" title=""/>
          <p:cNvSpPr txBox="1"/>
          <p:nvPr>
            <p:custDataLst>
              <p:tags r:id="rId9"/>
            </p:custDataLst>
          </p:nvPr>
        </p:nvSpPr>
        <p:spPr>
          <a:xfrm>
            <a:off x="305004" y="2903349"/>
            <a:ext cx="8271510" cy="21663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>
              <a:lnSpc>
                <a:spcPts val="3345"/>
              </a:lnSpc>
            </a:pP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4.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下列物质的分类正确的一组是（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    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．冰水混合物、水银、澄清石灰水、淀粉属于混合物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NaHSO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HCl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HNO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在水中能电离出氢离子，按分类属于酸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．非金属氧化物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SO</a:t>
            </a:r>
            <a:r>
              <a:rPr lang="en-US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均为酸性氧化物</a:t>
            </a:r>
          </a:p>
          <a:p>
            <a:pPr indent="200025">
              <a:lnSpc>
                <a:spcPts val="3345"/>
              </a:lnSpc>
            </a:pP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．冰醋酸、酒精属于有机物</a:t>
            </a:r>
            <a:endParaRPr lang="en-US" altLang="en-US" sz="2100" b="1">
              <a:latin typeface="Arial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 title="">
            <a:extLst>
              <a:ext uri="{FF2B5EF4-FFF2-40B4-BE49-F238E27FC236}">
                <a16:creationId xmlns:a16="http://schemas.microsoft.com/office/drawing/2014/main" id="{1A48024C-2D6C-8A9F-242D-4FCC0F98B39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507299" y="2903349"/>
            <a:ext cx="368618" cy="4062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</a:t>
            </a:r>
          </a:p>
        </p:txBody>
      </p:sp>
      <p:sp>
        <p:nvSpPr>
          <p:cNvPr id="6" name="文本框 5" title="">
            <a:extLst>
              <a:ext uri="{FF2B5EF4-FFF2-40B4-BE49-F238E27FC236}">
                <a16:creationId xmlns:a16="http://schemas.microsoft.com/office/drawing/2014/main" id="{117666FF-B4B6-58E2-1288-ECFA7CADED8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05004" y="815101"/>
            <a:ext cx="8425241" cy="20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  3.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物质的分类如图所示：</a:t>
            </a:r>
            <a:endParaRPr lang="en-US" altLang="zh-CN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由图判断下列说法中</a:t>
            </a:r>
            <a:r>
              <a:rPr lang="zh-CN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不正确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的是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(         )</a:t>
            </a:r>
            <a:endParaRPr lang="zh-CN" altLang="zh-CN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A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．图甲所示的分类方法属于树状分类法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B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．图乙所示的分类方法属于交叉分类法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C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．碱性氧化物一定是金属氧化物</a:t>
            </a:r>
          </a:p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．非金属氧化物一定是酸性氧化物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       </a:t>
            </a:r>
            <a:endParaRPr lang="zh-CN" altLang="zh-CN" b="1" kern="100">
              <a:latin typeface="Arial"/>
              <a:ea typeface="微软雅黑" panose="020b0503020204020204" pitchFamily="34" charset="-122"/>
              <a:cs typeface="Times New Roman" panose="02020603050405020304" charset="0"/>
              <a:sym typeface="+mn-lt"/>
            </a:endParaRPr>
          </a:p>
        </p:txBody>
      </p:sp>
      <p:pic>
        <p:nvPicPr>
          <p:cNvPr id="7" name="图片 6" title="">
            <a:extLst>
              <a:ext uri="{FF2B5EF4-FFF2-40B4-BE49-F238E27FC236}">
                <a16:creationId xmlns:a16="http://schemas.microsoft.com/office/drawing/2014/main" id="{91209FD0-3C16-9566-FD32-968156B18E3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83496" y="1306830"/>
            <a:ext cx="3076574" cy="1313593"/>
          </a:xfrm>
          <a:prstGeom prst="rect">
            <a:avLst/>
          </a:prstGeom>
        </p:spPr>
      </p:pic>
      <p:sp>
        <p:nvSpPr>
          <p:cNvPr id="8" name="文本框 7" title="">
            <a:extLst>
              <a:ext uri="{FF2B5EF4-FFF2-40B4-BE49-F238E27FC236}">
                <a16:creationId xmlns:a16="http://schemas.microsoft.com/office/drawing/2014/main" id="{0AC5797B-015F-8C6C-31F5-3243D8E80F8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855951" y="2756644"/>
            <a:ext cx="2608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甲</a:t>
            </a:r>
            <a:r>
              <a:rPr lang="en-US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                                  </a:t>
            </a:r>
            <a:r>
              <a:rPr lang="zh-CN" altLang="zh-CN" b="1" kern="100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乙</a:t>
            </a:r>
            <a:endParaRPr lang="zh-CN" altLang="en-US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8BE3ED42-0AD6-0914-A41F-195BF0527E8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684816" y="1156970"/>
            <a:ext cx="351378" cy="395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tabLst>
                <a:tab pos="2000250"/>
                <a:tab pos="3900488" algn="r"/>
              </a:tabLst>
            </a:pPr>
            <a:r>
              <a:rPr lang="en-US" altLang="zh-CN" b="1" kern="100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lt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59193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8673F-8724-92A8-6ED5-800AC7F9B9DE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19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28 / 30</a:t>
            </a:r>
          </a:p>
        </p:txBody>
      </p:sp>
      <p:sp>
        <p:nvSpPr>
          <p:cNvPr id="10218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17" name="SkinProgress"/>
          <p:cNvSpPr/>
          <p:nvPr/>
        </p:nvSpPr>
        <p:spPr>
          <a:xfrm>
            <a:off x="100584" y="342900"/>
            <a:ext cx="41148" cy="4800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68420539-BF9A-680E-A384-71DAFC3CA30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0D0DCA7B-D950-6A95-C6AB-20CD7D53A0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Arial" panose="02010600030101010101" pitchFamily="2" charset="-122"/>
                <a:cs typeface="宋体" panose="02010600030101010101" pitchFamily="2" charset="-122"/>
                <a:ea typeface="微软雅黑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B4290E0D-27D6-E6C6-9230-4E06E792338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5B2988C-21D3-087D-3F53-B698BCEE71F6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34455F8-1CA4-7192-851B-3E0B11FA7FB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 title=""/>
          <p:cNvSpPr txBox="1"/>
          <p:nvPr>
            <p:custDataLst>
              <p:tags r:id="rId9"/>
            </p:custDataLst>
          </p:nvPr>
        </p:nvSpPr>
        <p:spPr>
          <a:xfrm>
            <a:off x="621441" y="1306830"/>
            <a:ext cx="5646420" cy="4154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00025"/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5.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下列物质的分类正确的是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　　</a:t>
            </a:r>
            <a:r>
              <a:rPr 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lang="en-US" altLang="en-US" sz="2100" b="1">
              <a:latin typeface="Arial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表格 7" title="">
            <a:extLst>
              <a:ext uri="{FF2B5EF4-FFF2-40B4-BE49-F238E27FC236}">
                <a16:creationId xmlns:a16="http://schemas.microsoft.com/office/drawing/2014/main" id="{0AD438C8-5423-ACCB-FD2E-FCEE5174E35E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36198373"/>
              </p:ext>
            </p:extLst>
          </p:nvPr>
        </p:nvGraphicFramePr>
        <p:xfrm>
          <a:off x="839039" y="1902460"/>
          <a:ext cx="6602730" cy="2475167"/>
        </p:xfrm>
        <a:graphic>
          <a:graphicData uri="http://schemas.openxmlformats.org/drawingml/2006/table">
            <a:tbl>
              <a:tblPr/>
              <a:tblGrid>
                <a:gridCol w="38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71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 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盐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碱性氧化物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酸性氧化物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5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NaCl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NO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19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KOH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HNO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CaCO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CaO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Mn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7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NaOH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HCl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CaF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Na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/>
                    <a:lstStyle/>
                    <a:p>
                      <a:pPr indent="0" algn="ctr" fontAlgn="auto">
                        <a:lnSpc>
                          <a:spcPts val="4460"/>
                        </a:lnSpc>
                        <a:buNone/>
                      </a:pPr>
                      <a:r>
                        <a:rPr lang="en-US" sz="2100" b="1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SO</a:t>
                      </a:r>
                      <a:r>
                        <a:rPr lang="en-US" sz="2100" b="1" baseline="-25000">
                          <a:latin typeface="Arial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altLang="en-US" sz="2100" b="1">
                        <a:latin typeface="Arial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 title="">
            <a:extLst>
              <a:ext uri="{FF2B5EF4-FFF2-40B4-BE49-F238E27FC236}">
                <a16:creationId xmlns:a16="http://schemas.microsoft.com/office/drawing/2014/main" id="{BE2AE498-C619-2598-1831-B246F64736E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230529" y="1306830"/>
            <a:ext cx="3414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410083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FAF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B9EC4-6600-BAB7-B181-1C07A74EA3F0}"/>
            </a:ext>
          </a:extLst>
        </p:cNvPr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22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6B7280"/>
                </a:solidFill>
                <a:latin typeface="Arial"/>
                <a:ea typeface="微软雅黑"/>
              </a:rPr>
              <a:t>29 / 30</a:t>
            </a:r>
          </a:p>
        </p:txBody>
      </p:sp>
      <p:sp>
        <p:nvSpPr>
          <p:cNvPr id="10221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DDE5D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20" name="SkinProgress"/>
          <p:cNvSpPr/>
          <p:nvPr/>
        </p:nvSpPr>
        <p:spPr>
          <a:xfrm>
            <a:off x="100584" y="171450"/>
            <a:ext cx="41148" cy="497205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pic>
        <p:nvPicPr>
          <p:cNvPr id="12" name="图片 11" title="">
            <a:extLst>
              <a:ext uri="{FF2B5EF4-FFF2-40B4-BE49-F238E27FC236}">
                <a16:creationId xmlns:a16="http://schemas.microsoft.com/office/drawing/2014/main" id="{06CD4520-5944-2EA3-1D3A-34256EF2D2B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019" y="562610"/>
            <a:ext cx="664845" cy="744220"/>
          </a:xfrm>
          <a:prstGeom prst="rect">
            <a:avLst/>
          </a:prstGeom>
        </p:spPr>
      </p:pic>
      <p:sp>
        <p:nvSpPr>
          <p:cNvPr id="13" name="文本框 12" title="">
            <a:extLst>
              <a:ext uri="{FF2B5EF4-FFF2-40B4-BE49-F238E27FC236}">
                <a16:creationId xmlns:a16="http://schemas.microsoft.com/office/drawing/2014/main" id="{E5304AE3-2C18-30D9-DEBD-6ECD97522FB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84966" y="474345"/>
            <a:ext cx="1500505" cy="46037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>
                <a:solidFill>
                  <a:srgbClr val="00B0F0"/>
                </a:solidFill>
                <a:latin typeface="Arial" panose="02010600030101010101" pitchFamily="2" charset="-122"/>
                <a:cs typeface="宋体" panose="02010600030101010101" pitchFamily="2" charset="-122"/>
                <a:ea typeface="微软雅黑"/>
              </a:rPr>
              <a:t>课堂检测</a:t>
            </a:r>
          </a:p>
        </p:txBody>
      </p:sp>
      <p:grpSp>
        <p:nvGrpSpPr>
          <p:cNvPr id="14" name="组合 13" title="">
            <a:extLst>
              <a:ext uri="{FF2B5EF4-FFF2-40B4-BE49-F238E27FC236}">
                <a16:creationId xmlns:a16="http://schemas.microsoft.com/office/drawing/2014/main" id="{3D359C67-B9D9-AA3E-EE68-DA6268CE1DB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73430" y="1150620"/>
            <a:ext cx="2783205" cy="7620"/>
            <a:chOff x="2017" y="1426"/>
            <a:chExt cx="4383" cy="12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A5098F3-84C4-EBBC-FF18-344C2C6A4A2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17" y="1426"/>
              <a:ext cx="1403" cy="9"/>
            </a:xfrm>
            <a:prstGeom prst="line">
              <a:avLst/>
            </a:prstGeom>
            <a:ln w="38100">
              <a:solidFill>
                <a:srgbClr val="3D87B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4E0DA8D-3359-4FD6-BD18-C37C9AF3BEA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3400" y="1434"/>
              <a:ext cx="3000" cy="4"/>
            </a:xfrm>
            <a:prstGeom prst="line">
              <a:avLst/>
            </a:prstGeom>
            <a:ln w="38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3F83BC"/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09570" title="">
            <a:extLst>
              <a:ext uri="{FF2B5EF4-FFF2-40B4-BE49-F238E27FC236}">
                <a16:creationId xmlns:a16="http://schemas.microsoft.com/office/drawing/2014/main" id="{1B7E7EE1-9717-BC7B-A6C0-8089217B18D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39578" y="1276350"/>
            <a:ext cx="8264843" cy="31624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6.</a:t>
            </a: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下列各组均有四种物质，其中有一种物质与其他三种物质的类别不同，请将该物质的化学式或名称填在横线上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（１）</a:t>
            </a:r>
            <a:r>
              <a:rPr lang="en-US" altLang="zh-CN" sz="2100" b="1" err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CuO, NO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, NaOH, Fe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3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（２）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O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, N</a:t>
            </a:r>
            <a:r>
              <a:rPr lang="en-US" altLang="zh-CN" sz="2100" b="1" baseline="-25000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2</a:t>
            </a:r>
            <a:r>
              <a:rPr lang="en-US" altLang="zh-CN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, Al, C, 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（３）空气，食盐水，蒸馏水，豆浆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（４）空气，氢气，碘酒，盐酸　　</a:t>
            </a:r>
          </a:p>
          <a:p>
            <a:pPr>
              <a:spcBef>
                <a:spcPct val="50000"/>
              </a:spcBef>
            </a:pPr>
            <a:r>
              <a:rPr lang="zh-CN" altLang="en-US" sz="2100" b="1"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（５）冰，干冰，氧化铜，铜丝　</a:t>
            </a:r>
          </a:p>
        </p:txBody>
      </p:sp>
      <p:sp>
        <p:nvSpPr>
          <p:cNvPr id="109572" name="矩形 109571" title=""/>
          <p:cNvSpPr/>
          <p:nvPr>
            <p:custDataLst>
              <p:tags r:id="rId10"/>
            </p:custDataLst>
          </p:nvPr>
        </p:nvSpPr>
        <p:spPr>
          <a:xfrm>
            <a:off x="4784090" y="2105251"/>
            <a:ext cx="1471878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NaOH</a:t>
            </a:r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3" name="矩形 2" title="">
            <a:extLst>
              <a:ext uri="{FF2B5EF4-FFF2-40B4-BE49-F238E27FC236}">
                <a16:creationId xmlns:a16="http://schemas.microsoft.com/office/drawing/2014/main" id="{23659745-69CB-2C73-DD99-926130BDE2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23739" y="2520749"/>
            <a:ext cx="992579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（</a:t>
            </a:r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Al</a:t>
            </a:r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</a:p>
        </p:txBody>
      </p:sp>
      <p:sp>
        <p:nvSpPr>
          <p:cNvPr id="4" name="矩形 3" title="">
            <a:extLst>
              <a:ext uri="{FF2B5EF4-FFF2-40B4-BE49-F238E27FC236}">
                <a16:creationId xmlns:a16="http://schemas.microsoft.com/office/drawing/2014/main" id="{D351B696-869E-D057-B29D-F6DE754CADD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904446" y="3064253"/>
            <a:ext cx="1543050" cy="41549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（蒸馏水）</a:t>
            </a:r>
          </a:p>
        </p:txBody>
      </p:sp>
      <p:sp>
        <p:nvSpPr>
          <p:cNvPr id="109575" name="矩形 109574" title=""/>
          <p:cNvSpPr/>
          <p:nvPr>
            <p:custDataLst>
              <p:tags r:id="rId13"/>
            </p:custDataLst>
          </p:nvPr>
        </p:nvSpPr>
        <p:spPr>
          <a:xfrm>
            <a:off x="5224565" y="3543754"/>
            <a:ext cx="902811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氢气</a:t>
            </a:r>
            <a:r>
              <a:rPr lang="en-US" altLang="zh-CN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</a:p>
        </p:txBody>
      </p:sp>
      <p:sp>
        <p:nvSpPr>
          <p:cNvPr id="5" name="矩形 4" title="">
            <a:extLst>
              <a:ext uri="{FF2B5EF4-FFF2-40B4-BE49-F238E27FC236}">
                <a16:creationId xmlns:a16="http://schemas.microsoft.com/office/drawing/2014/main" id="{21667BA9-7A7E-2155-1272-FF91709355D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224565" y="4087259"/>
            <a:ext cx="1261884" cy="41549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100" b="1">
                <a:solidFill>
                  <a:srgbClr val="FF0000"/>
                </a:solidFill>
                <a:latin typeface="Arial"/>
                <a:ea typeface="微软雅黑" panose="020b0503020204020204" pitchFamily="34" charset="-122"/>
              </a:rPr>
              <a:t>（铜丝）</a:t>
            </a:r>
          </a:p>
        </p:txBody>
      </p:sp>
    </p:spTree>
    <p:extLst>
      <p:ext uri="{BB962C8B-B14F-4D97-AF65-F5344CB8AC3E}">
        <p14:creationId xmlns:p14="http://schemas.microsoft.com/office/powerpoint/2010/main" val="3495255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/>
      <p:bldP spid="3" grpId="0"/>
      <p:bldP spid="4" grpId="0"/>
      <p:bldP spid="109575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dpi="0" rotWithShape="1">
          <a:blip r:embed="rId6">
            <a:lum/>
          </a:blip>
          <a:stretch>
            <a:fillRect/>
          </a:stretch>
        </a:blipFill>
        <a:effectLst/>
        <a:solidFill>
          <a:srgbClr val="1B4332"/>
        </a:solidFill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10225" name="SkinPageNum"/>
          <p:cNvSpPr txBox="1"/>
          <p:nvPr/>
        </p:nvSpPr>
        <p:spPr>
          <a:xfrm>
            <a:off x="7863840" y="4886325"/>
            <a:ext cx="914400" cy="154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r"/>
            <a:r>
              <a:rPr lang="zh-CN" altLang="en-US" sz="1000" dirty="0">
                <a:solidFill>
                  <a:srgbClr val="EDEDED"/>
                </a:solidFill>
                <a:latin typeface="Arial"/>
                <a:ea typeface="微软雅黑"/>
              </a:rPr>
              <a:t>30 / 30</a:t>
            </a:r>
          </a:p>
        </p:txBody>
      </p:sp>
      <p:sp>
        <p:nvSpPr>
          <p:cNvPr id="10224" name="SkinFooter"/>
          <p:cNvSpPr/>
          <p:nvPr/>
        </p:nvSpPr>
        <p:spPr>
          <a:xfrm>
            <a:off x="548640" y="4860607"/>
            <a:ext cx="8046720" cy="6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0223" name="SkinProgress"/>
          <p:cNvSpPr/>
          <p:nvPr/>
        </p:nvSpPr>
        <p:spPr>
          <a:xfrm>
            <a:off x="100584" y="0"/>
            <a:ext cx="41148" cy="51435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zh-CN">
              <a:ea typeface="微软雅黑"/>
            </a:endParaRPr>
          </a:p>
        </p:txBody>
      </p:sp>
      <p:sp>
        <p:nvSpPr>
          <p:cNvPr id="13" name="Rectangle 6" title="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53109" y="3047093"/>
            <a:ext cx="50315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>
                <a:ea typeface="微软雅黑"/>
              </a:defRPr>
            </a:pPr>
            <a:r>
              <a:rPr lang="en-US" altLang="zh-CN" sz="2700">
                <a:solidFill>
                  <a:srgbClr val="FAF7F0"/>
                </a:solidFill>
                <a:latin typeface="EU-HX" panose="03000509000000000000" pitchFamily="65" charset="-122"/>
                <a:ea typeface="微软雅黑" panose="03000509000000000000" pitchFamily="65" charset="-122"/>
              </a:rPr>
              <a:t>Thank you for watching</a:t>
            </a:r>
            <a:r>
              <a:rPr lang="en-US" altLang="zh-CN" sz="2700" b="1">
                <a:solidFill>
                  <a:srgbClr val="FAF7F0"/>
                </a:solidFill>
                <a:latin typeface="EU-HX" panose="03000509000000000000" pitchFamily="65" charset="-122"/>
                <a:ea typeface="微软雅黑" panose="03000509000000000000" pitchFamily="65" charset="-122"/>
              </a:rPr>
              <a:t> </a:t>
            </a:r>
            <a:endParaRPr lang="zh-CN" altLang="zh-CN" sz="2100">
              <a:solidFill>
                <a:srgbClr val="777777"/>
              </a:solidFill>
              <a:latin typeface="EU-HX" panose="03000509000000000000" pitchFamily="65" charset="-122"/>
              <a:ea typeface="微软雅黑" panose="03000509000000000000" pitchFamily="65" charset="-122"/>
            </a:endParaRPr>
          </a:p>
        </p:txBody>
      </p:sp>
      <p:pic>
        <p:nvPicPr>
          <p:cNvPr id="4" name="图片 3" title=""/>
          <p:cNvPicPr/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0215" y="849204"/>
            <a:ext cx="3945890" cy="281368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060651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AS_UNIQUEID" val="8182"/>
</p:tagLst>
</file>

<file path=ppt/tags/tag2.xml><?xml version="1.0" encoding="utf-8"?>
<p:tagLst xmlns:p="http://schemas.openxmlformats.org/presentationml/2006/main">
  <p:tag name="AS_UNIQUEID" val="8183"/>
</p:tagLst>
</file>

<file path=ppt/tags/tag3.xml><?xml version="1.0" encoding="utf-8"?>
<p:tagLst xmlns:p="http://schemas.openxmlformats.org/presentationml/2006/main">
  <p:tag name="AS_UNIQUEID" val="8184"/>
</p:tagLst>
</file>

<file path=ppt/tags/tag4.xml><?xml version="1.0" encoding="utf-8"?>
<p:tagLst xmlns:p="http://schemas.openxmlformats.org/presentationml/2006/main">
  <p:tag name="AS_UNIQUEID" val="8185"/>
</p:tagLst>
</file>

<file path=ppt/tags/tag5.xml><?xml version="1.0" encoding="utf-8"?>
<p:tagLst xmlns:p="http://schemas.openxmlformats.org/presentationml/2006/main">
  <p:tag name="AS_UNIQUEID" val="8186"/>
</p:tagLst>
</file>

<file path=ppt/tags/tag6.xml><?xml version="1.0" encoding="utf-8"?>
<p:tagLst xmlns:p="http://schemas.openxmlformats.org/presentationml/2006/main">
  <p:tag name="AS_UNIQUEID" val="232"/>
  <p:tag name="KSO_WM_BEAUTIFY_FLAG" val=""/>
</p:tagLst>
</file>

<file path=ppt/tags/tag7.xml><?xml version="1.0" encoding="utf-8"?>
<p:tagLst xmlns:p="http://schemas.openxmlformats.org/presentationml/2006/main">
  <p:tag name="AS_UNIQUEID" val="8187"/>
</p:tagLst>
</file>

<file path=ppt/tags/tag8.xml><?xml version="1.0" encoding="utf-8"?>
<p:tagLst xmlns:p="http://schemas.openxmlformats.org/presentationml/2006/main">
  <p:tag name="AS_UNIQUEID" val="3252"/>
</p:tagLst>
</file>

<file path=ppt/tags/tag9.xml><?xml version="1.0" encoding="utf-8"?>
<p:tagLst xmlns:p="http://schemas.openxmlformats.org/presentationml/2006/main">
  <p:tag name="AS_UNIQUEID" val="8188"/>
</p:tagLst>
</file>

<file path=ppt/tags/tag10.xml><?xml version="1.0" encoding="utf-8"?>
<p:tagLst xmlns:p="http://schemas.openxmlformats.org/presentationml/2006/main">
  <p:tag name="AS_UNIQUEID" val="8189"/>
</p:tagLst>
</file>

<file path=ppt/tags/tag11.xml><?xml version="1.0" encoding="utf-8"?>
<p:tagLst xmlns:p="http://schemas.openxmlformats.org/presentationml/2006/main">
  <p:tag name="AS_UNIQUEID" val="8190"/>
</p:tagLst>
</file>

<file path=ppt/tags/tag12.xml><?xml version="1.0" encoding="utf-8"?>
<p:tagLst xmlns:p="http://schemas.openxmlformats.org/presentationml/2006/main">
  <p:tag name="AS_UNIQUEID" val="8191"/>
</p:tagLst>
</file>

<file path=ppt/tags/tag13.xml><?xml version="1.0" encoding="utf-8"?>
<p:tagLst xmlns:p="http://schemas.openxmlformats.org/presentationml/2006/main">
  <p:tag name="AS_UNIQUEID" val="8192"/>
</p:tagLst>
</file>

<file path=ppt/tags/tag14.xml><?xml version="1.0" encoding="utf-8"?>
<p:tagLst xmlns:p="http://schemas.openxmlformats.org/presentationml/2006/main">
  <p:tag name="AS_UNIQUEID" val="8193"/>
</p:tagLst>
</file>

<file path=ppt/tags/tag15.xml><?xml version="1.0" encoding="utf-8"?>
<p:tagLst xmlns:p="http://schemas.openxmlformats.org/presentationml/2006/main">
  <p:tag name="AS_UNIQUEID" val="4369"/>
</p:tagLst>
</file>

<file path=ppt/tags/tag16.xml><?xml version="1.0" encoding="utf-8"?>
<p:tagLst xmlns:p="http://schemas.openxmlformats.org/presentationml/2006/main">
  <p:tag name="AS_UNIQUEID" val="8194"/>
</p:tagLst>
</file>

<file path=ppt/tags/tag17.xml><?xml version="1.0" encoding="utf-8"?>
<p:tagLst xmlns:p="http://schemas.openxmlformats.org/presentationml/2006/main">
  <p:tag name="AS_UNIQUEID" val="8195"/>
</p:tagLst>
</file>

<file path=ppt/tags/tag18.xml><?xml version="1.0" encoding="utf-8"?>
<p:tagLst xmlns:p="http://schemas.openxmlformats.org/presentationml/2006/main">
  <p:tag name="AS_UNIQUEID" val="2820"/>
</p:tagLst>
</file>

<file path=ppt/tags/tag19.xml><?xml version="1.0" encoding="utf-8"?>
<p:tagLst xmlns:p="http://schemas.openxmlformats.org/presentationml/2006/main">
  <p:tag name="AS_UNIQUEID" val="2821"/>
</p:tagLst>
</file>

<file path=ppt/tags/tag20.xml><?xml version="1.0" encoding="utf-8"?>
<p:tagLst xmlns:p="http://schemas.openxmlformats.org/presentationml/2006/main">
  <p:tag name="AS_UNIQUEID" val="2822"/>
</p:tagLst>
</file>

<file path=ppt/tags/tag21.xml><?xml version="1.0" encoding="utf-8"?>
<p:tagLst xmlns:p="http://schemas.openxmlformats.org/presentationml/2006/main">
  <p:tag name="AS_UNIQUEID" val="2823"/>
</p:tagLst>
</file>

<file path=ppt/tags/tag22.xml><?xml version="1.0" encoding="utf-8"?>
<p:tagLst xmlns:p="http://schemas.openxmlformats.org/presentationml/2006/main">
  <p:tag name="AS_UNIQUEID" val="8196"/>
</p:tagLst>
</file>

<file path=ppt/tags/tag23.xml><?xml version="1.0" encoding="utf-8"?>
<p:tagLst xmlns:p="http://schemas.openxmlformats.org/presentationml/2006/main">
  <p:tag name="AS_UNIQUEID" val="2825"/>
</p:tagLst>
</file>

<file path=ppt/tags/tag24.xml><?xml version="1.0" encoding="utf-8"?>
<p:tagLst xmlns:p="http://schemas.openxmlformats.org/presentationml/2006/main">
  <p:tag name="AS_UNIQUEID" val="2826"/>
</p:tagLst>
</file>

<file path=ppt/tags/tag25.xml><?xml version="1.0" encoding="utf-8"?>
<p:tagLst xmlns:p="http://schemas.openxmlformats.org/presentationml/2006/main">
  <p:tag name="AS_UNIQUEID" val="2827"/>
</p:tagLst>
</file>

<file path=ppt/tags/tag26.xml><?xml version="1.0" encoding="utf-8"?>
<p:tagLst xmlns:p="http://schemas.openxmlformats.org/presentationml/2006/main">
  <p:tag name="AS_UNIQUEID" val="2828"/>
</p:tagLst>
</file>

<file path=ppt/tags/tag27.xml><?xml version="1.0" encoding="utf-8"?>
<p:tagLst xmlns:p="http://schemas.openxmlformats.org/presentationml/2006/main">
  <p:tag name="AS_UNIQUEID" val="8197"/>
</p:tagLst>
</file>

<file path=ppt/tags/tag28.xml><?xml version="1.0" encoding="utf-8"?>
<p:tagLst xmlns:p="http://schemas.openxmlformats.org/presentationml/2006/main">
  <p:tag name="AS_UNIQUEID" val="2835"/>
</p:tagLst>
</file>

<file path=ppt/tags/tag29.xml><?xml version="1.0" encoding="utf-8"?>
<p:tagLst xmlns:p="http://schemas.openxmlformats.org/presentationml/2006/main">
  <p:tag name="AS_UNIQUEID" val="2836"/>
</p:tagLst>
</file>

<file path=ppt/tags/tag30.xml><?xml version="1.0" encoding="utf-8"?>
<p:tagLst xmlns:p="http://schemas.openxmlformats.org/presentationml/2006/main">
  <p:tag name="AS_UNIQUEID" val="2837"/>
</p:tagLst>
</file>

<file path=ppt/tags/tag31.xml><?xml version="1.0" encoding="utf-8"?>
<p:tagLst xmlns:p="http://schemas.openxmlformats.org/presentationml/2006/main">
  <p:tag name="AS_UNIQUEID" val="2838"/>
</p:tagLst>
</file>

<file path=ppt/tags/tag32.xml><?xml version="1.0" encoding="utf-8"?>
<p:tagLst xmlns:p="http://schemas.openxmlformats.org/presentationml/2006/main">
  <p:tag name="AS_UNIQUEID" val="8198"/>
</p:tagLst>
</file>

<file path=ppt/tags/tag33.xml><?xml version="1.0" encoding="utf-8"?>
<p:tagLst xmlns:p="http://schemas.openxmlformats.org/presentationml/2006/main">
  <p:tag name="AS_UNIQUEID" val="2840"/>
</p:tagLst>
</file>

<file path=ppt/tags/tag34.xml><?xml version="1.0" encoding="utf-8"?>
<p:tagLst xmlns:p="http://schemas.openxmlformats.org/presentationml/2006/main">
  <p:tag name="AS_UNIQUEID" val="2841"/>
</p:tagLst>
</file>

<file path=ppt/tags/tag35.xml><?xml version="1.0" encoding="utf-8"?>
<p:tagLst xmlns:p="http://schemas.openxmlformats.org/presentationml/2006/main">
  <p:tag name="AS_UNIQUEID" val="2842"/>
</p:tagLst>
</file>

<file path=ppt/tags/tag36.xml><?xml version="1.0" encoding="utf-8"?>
<p:tagLst xmlns:p="http://schemas.openxmlformats.org/presentationml/2006/main">
  <p:tag name="AS_UNIQUEID" val="2843"/>
</p:tagLst>
</file>

<file path=ppt/tags/tag37.xml><?xml version="1.0" encoding="utf-8"?>
<p:tagLst xmlns:p="http://schemas.openxmlformats.org/presentationml/2006/main">
  <p:tag name="AS_UNIQUEID" val="8199"/>
</p:tagLst>
</file>

<file path=ppt/tags/tag38.xml><?xml version="1.0" encoding="utf-8"?>
<p:tagLst xmlns:p="http://schemas.openxmlformats.org/presentationml/2006/main">
  <p:tag name="AS_UNIQUEID" val="2845"/>
</p:tagLst>
</file>

<file path=ppt/tags/tag39.xml><?xml version="1.0" encoding="utf-8"?>
<p:tagLst xmlns:p="http://schemas.openxmlformats.org/presentationml/2006/main">
  <p:tag name="AS_UNIQUEID" val="2846"/>
</p:tagLst>
</file>

<file path=ppt/tags/tag40.xml><?xml version="1.0" encoding="utf-8"?>
<p:tagLst xmlns:p="http://schemas.openxmlformats.org/presentationml/2006/main">
  <p:tag name="AS_UNIQUEID" val="8200"/>
</p:tagLst>
</file>

<file path=ppt/tags/tag41.xml><?xml version="1.0" encoding="utf-8"?>
<p:tagLst xmlns:p="http://schemas.openxmlformats.org/presentationml/2006/main">
  <p:tag name="AS_UNIQUEID" val="2848"/>
</p:tagLst>
</file>

<file path=ppt/tags/tag42.xml><?xml version="1.0" encoding="utf-8"?>
<p:tagLst xmlns:p="http://schemas.openxmlformats.org/presentationml/2006/main">
  <p:tag name="AS_UNIQUEID" val="2849"/>
</p:tagLst>
</file>

<file path=ppt/tags/tag43.xml><?xml version="1.0" encoding="utf-8"?>
<p:tagLst xmlns:p="http://schemas.openxmlformats.org/presentationml/2006/main">
  <p:tag name="AS_UNIQUEID" val="8201"/>
</p:tagLst>
</file>

<file path=ppt/tags/tag44.xml><?xml version="1.0" encoding="utf-8"?>
<p:tagLst xmlns:p="http://schemas.openxmlformats.org/presentationml/2006/main">
  <p:tag name="AS_UNIQUEID" val="1774"/>
</p:tagLst>
</file>

<file path=ppt/tags/tag45.xml><?xml version="1.0" encoding="utf-8"?>
<p:tagLst xmlns:p="http://schemas.openxmlformats.org/presentationml/2006/main">
  <p:tag name="AS_UNIQUEID" val="1775"/>
</p:tagLst>
</file>

<file path=ppt/tags/tag46.xml><?xml version="1.0" encoding="utf-8"?>
<p:tagLst xmlns:p="http://schemas.openxmlformats.org/presentationml/2006/main">
  <p:tag name="AS_UNIQUEID" val="1776"/>
</p:tagLst>
</file>

<file path=ppt/tags/tag47.xml><?xml version="1.0" encoding="utf-8"?>
<p:tagLst xmlns:p="http://schemas.openxmlformats.org/presentationml/2006/main">
  <p:tag name="AS_UNIQUEID" val="1777"/>
</p:tagLst>
</file>

<file path=ppt/tags/tag48.xml><?xml version="1.0" encoding="utf-8"?>
<p:tagLst xmlns:p="http://schemas.openxmlformats.org/presentationml/2006/main">
  <p:tag name="AS_UNIQUEID" val="8202"/>
</p:tagLst>
</file>

<file path=ppt/tags/tag49.xml><?xml version="1.0" encoding="utf-8"?>
<p:tagLst xmlns:p="http://schemas.openxmlformats.org/presentationml/2006/main">
  <p:tag name="AS_UNIQUEID" val="8203"/>
</p:tagLst>
</file>

<file path=ppt/tags/tag50.xml><?xml version="1.0" encoding="utf-8"?>
<p:tagLst xmlns:p="http://schemas.openxmlformats.org/presentationml/2006/main">
  <p:tag name="AS_UNIQUEID" val="8204"/>
</p:tagLst>
</file>

<file path=ppt/tags/tag51.xml><?xml version="1.0" encoding="utf-8"?>
<p:tagLst xmlns:p="http://schemas.openxmlformats.org/presentationml/2006/main">
  <p:tag name="AS_UNIQUEID" val="8205"/>
</p:tagLst>
</file>

<file path=ppt/tags/tag52.xml><?xml version="1.0" encoding="utf-8"?>
<p:tagLst xmlns:p="http://schemas.openxmlformats.org/presentationml/2006/main">
  <p:tag name="AS_UNIQUEID" val="8206"/>
</p:tagLst>
</file>

<file path=ppt/tags/tag53.xml><?xml version="1.0" encoding="utf-8"?>
<p:tagLst xmlns:p="http://schemas.openxmlformats.org/presentationml/2006/main">
  <p:tag name="AS_UNIQUEID" val="8207"/>
</p:tagLst>
</file>

<file path=ppt/tags/tag54.xml><?xml version="1.0" encoding="utf-8"?>
<p:tagLst xmlns:p="http://schemas.openxmlformats.org/presentationml/2006/main">
  <p:tag name="AS_UNIQUEID" val="8208"/>
</p:tagLst>
</file>

<file path=ppt/tags/tag55.xml><?xml version="1.0" encoding="utf-8"?>
<p:tagLst xmlns:p="http://schemas.openxmlformats.org/presentationml/2006/main">
  <p:tag name="AS_UNIQUEID" val="8209"/>
</p:tagLst>
</file>

<file path=ppt/tags/tag56.xml><?xml version="1.0" encoding="utf-8"?>
<p:tagLst xmlns:p="http://schemas.openxmlformats.org/presentationml/2006/main">
  <p:tag name="AS_UNIQUEID" val="8210"/>
</p:tagLst>
</file>

<file path=ppt/tags/tag57.xml><?xml version="1.0" encoding="utf-8"?>
<p:tagLst xmlns:p="http://schemas.openxmlformats.org/presentationml/2006/main">
  <p:tag name="AS_UNIQUEID" val="8211"/>
</p:tagLst>
</file>

<file path=ppt/tags/tag58.xml><?xml version="1.0" encoding="utf-8"?>
<p:tagLst xmlns:p="http://schemas.openxmlformats.org/presentationml/2006/main">
  <p:tag name="AS_UNIQUEID" val="8212"/>
</p:tagLst>
</file>

<file path=ppt/tags/tag59.xml><?xml version="1.0" encoding="utf-8"?>
<p:tagLst xmlns:p="http://schemas.openxmlformats.org/presentationml/2006/main">
  <p:tag name="AS_UNIQUEID" val="8213"/>
</p:tagLst>
</file>

<file path=ppt/tags/tag60.xml><?xml version="1.0" encoding="utf-8"?>
<p:tagLst xmlns:p="http://schemas.openxmlformats.org/presentationml/2006/main">
  <p:tag name="AS_UNIQUEID" val="8214"/>
</p:tagLst>
</file>

<file path=ppt/tags/tag61.xml><?xml version="1.0" encoding="utf-8"?>
<p:tagLst xmlns:p="http://schemas.openxmlformats.org/presentationml/2006/main">
  <p:tag name="AS_UNIQUEID" val="8215"/>
</p:tagLst>
</file>

<file path=ppt/tags/tag62.xml><?xml version="1.0" encoding="utf-8"?>
<p:tagLst xmlns:p="http://schemas.openxmlformats.org/presentationml/2006/main">
  <p:tag name="AS_UNIQUEID" val="8216"/>
</p:tagLst>
</file>

<file path=ppt/tags/tag63.xml><?xml version="1.0" encoding="utf-8"?>
<p:tagLst xmlns:p="http://schemas.openxmlformats.org/presentationml/2006/main">
  <p:tag name="AS_UNIQUEID" val="8217"/>
</p:tagLst>
</file>

<file path=ppt/tags/tag64.xml><?xml version="1.0" encoding="utf-8"?>
<p:tagLst xmlns:p="http://schemas.openxmlformats.org/presentationml/2006/main">
  <p:tag name="AS_UNIQUEID" val="8218"/>
</p:tagLst>
</file>

<file path=ppt/tags/tag65.xml><?xml version="1.0" encoding="utf-8"?>
<p:tagLst xmlns:p="http://schemas.openxmlformats.org/presentationml/2006/main">
  <p:tag name="AS_UNIQUEID" val="8219"/>
</p:tagLst>
</file>

<file path=ppt/tags/tag66.xml><?xml version="1.0" encoding="utf-8"?>
<p:tagLst xmlns:p="http://schemas.openxmlformats.org/presentationml/2006/main">
  <p:tag name="AS_UNIQUEID" val="8220"/>
</p:tagLst>
</file>

<file path=ppt/tags/tag67.xml><?xml version="1.0" encoding="utf-8"?>
<p:tagLst xmlns:p="http://schemas.openxmlformats.org/presentationml/2006/main">
  <p:tag name="AS_UNIQUEID" val="90"/>
</p:tagLst>
</file>

<file path=ppt/tags/tag68.xml><?xml version="1.0" encoding="utf-8"?>
<p:tagLst xmlns:p="http://schemas.openxmlformats.org/presentationml/2006/main">
  <p:tag name="AS_UNIQUEID" val="91"/>
</p:tagLst>
</file>

<file path=ppt/tags/tag69.xml><?xml version="1.0" encoding="utf-8"?>
<p:tagLst xmlns:p="http://schemas.openxmlformats.org/presentationml/2006/main">
  <p:tag name="AS_UNIQUEID" val="8221"/>
</p:tagLst>
</file>

<file path=ppt/tags/tag70.xml><?xml version="1.0" encoding="utf-8"?>
<p:tagLst xmlns:p="http://schemas.openxmlformats.org/presentationml/2006/main">
  <p:tag name="AS_UNIQUEID" val="8222"/>
</p:tagLst>
</file>

<file path=ppt/tags/tag71.xml><?xml version="1.0" encoding="utf-8"?>
<p:tagLst xmlns:p="http://schemas.openxmlformats.org/presentationml/2006/main">
  <p:tag name="AS_UNIQUEID" val="8223"/>
</p:tagLst>
</file>

<file path=ppt/tags/tag72.xml><?xml version="1.0" encoding="utf-8"?>
<p:tagLst xmlns:p="http://schemas.openxmlformats.org/presentationml/2006/main">
  <p:tag name="AS_UNIQUEID" val="8224"/>
</p:tagLst>
</file>

<file path=ppt/tags/tag73.xml><?xml version="1.0" encoding="utf-8"?>
<p:tagLst xmlns:p="http://schemas.openxmlformats.org/presentationml/2006/main">
  <p:tag name="AS_UNIQUEID" val="8225"/>
</p:tagLst>
</file>

<file path=ppt/tags/tag74.xml><?xml version="1.0" encoding="utf-8"?>
<p:tagLst xmlns:p="http://schemas.openxmlformats.org/presentationml/2006/main">
  <p:tag name="AS_UNIQUEID" val="8226"/>
</p:tagLst>
</file>

<file path=ppt/tags/tag75.xml><?xml version="1.0" encoding="utf-8"?>
<p:tagLst xmlns:p="http://schemas.openxmlformats.org/presentationml/2006/main">
  <p:tag name="AS_UNIQUEID" val="8227"/>
</p:tagLst>
</file>

<file path=ppt/tags/tag76.xml><?xml version="1.0" encoding="utf-8"?>
<p:tagLst xmlns:p="http://schemas.openxmlformats.org/presentationml/2006/main">
  <p:tag name="AS_UNIQUEID" val="8228"/>
</p:tagLst>
</file>

<file path=ppt/tags/tag77.xml><?xml version="1.0" encoding="utf-8"?>
<p:tagLst xmlns:p="http://schemas.openxmlformats.org/presentationml/2006/main">
  <p:tag name="AS_UNIQUEID" val="8229"/>
</p:tagLst>
</file>

<file path=ppt/tags/tag78.xml><?xml version="1.0" encoding="utf-8"?>
<p:tagLst xmlns:p="http://schemas.openxmlformats.org/presentationml/2006/main">
  <p:tag name="AS_UNIQUEID" val="8230"/>
</p:tagLst>
</file>

<file path=ppt/tags/tag79.xml><?xml version="1.0" encoding="utf-8"?>
<p:tagLst xmlns:p="http://schemas.openxmlformats.org/presentationml/2006/main">
  <p:tag name="AS_UNIQUEID" val="8231"/>
</p:tagLst>
</file>

<file path=ppt/tags/tag80.xml><?xml version="1.0" encoding="utf-8"?>
<p:tagLst xmlns:p="http://schemas.openxmlformats.org/presentationml/2006/main">
  <p:tag name="AS_UNIQUEID" val="8232"/>
</p:tagLst>
</file>

<file path=ppt/tags/tag81.xml><?xml version="1.0" encoding="utf-8"?>
<p:tagLst xmlns:p="http://schemas.openxmlformats.org/presentationml/2006/main">
  <p:tag name="AS_UNIQUEID" val="8233"/>
</p:tagLst>
</file>

<file path=ppt/tags/tag82.xml><?xml version="1.0" encoding="utf-8"?>
<p:tagLst xmlns:p="http://schemas.openxmlformats.org/presentationml/2006/main">
  <p:tag name="AS_UNIQUEID" val="8234"/>
</p:tagLst>
</file>

<file path=ppt/tags/tag83.xml><?xml version="1.0" encoding="utf-8"?>
<p:tagLst xmlns:p="http://schemas.openxmlformats.org/presentationml/2006/main">
  <p:tag name="AS_UNIQUEID" val="8235"/>
</p:tagLst>
</file>

<file path=ppt/tags/tag84.xml><?xml version="1.0" encoding="utf-8"?>
<p:tagLst xmlns:p="http://schemas.openxmlformats.org/presentationml/2006/main">
  <p:tag name="AS_UNIQUEID" val="8236"/>
</p:tagLst>
</file>

<file path=ppt/tags/tag85.xml><?xml version="1.0" encoding="utf-8"?>
<p:tagLst xmlns:p="http://schemas.openxmlformats.org/presentationml/2006/main">
  <p:tag name="AS_UNIQUEID" val="8237"/>
</p:tagLst>
</file>

<file path=ppt/tags/tag86.xml><?xml version="1.0" encoding="utf-8"?>
<p:tagLst xmlns:p="http://schemas.openxmlformats.org/presentationml/2006/main">
  <p:tag name="AS_UNIQUEID" val="8238"/>
</p:tagLst>
</file>

<file path=ppt/tags/tag87.xml><?xml version="1.0" encoding="utf-8"?>
<p:tagLst xmlns:p="http://schemas.openxmlformats.org/presentationml/2006/main">
  <p:tag name="AS_UNIQUEID" val="8239"/>
</p:tagLst>
</file>

<file path=ppt/tags/tag88.xml><?xml version="1.0" encoding="utf-8"?>
<p:tagLst xmlns:p="http://schemas.openxmlformats.org/presentationml/2006/main">
  <p:tag name="AS_UNIQUEID" val="8240"/>
</p:tagLst>
</file>

<file path=ppt/tags/tag89.xml><?xml version="1.0" encoding="utf-8"?>
<p:tagLst xmlns:p="http://schemas.openxmlformats.org/presentationml/2006/main">
  <p:tag name="AS_UNIQUEID" val="8241"/>
</p:tagLst>
</file>

<file path=ppt/tags/tag90.xml><?xml version="1.0" encoding="utf-8"?>
<p:tagLst xmlns:p="http://schemas.openxmlformats.org/presentationml/2006/main">
  <p:tag name="AS_UNIQUEID" val="8242"/>
</p:tagLst>
</file>

<file path=ppt/tags/tag91.xml><?xml version="1.0" encoding="utf-8"?>
<p:tagLst xmlns:p="http://schemas.openxmlformats.org/presentationml/2006/main">
  <p:tag name="AS_UNIQUEID" val="8243"/>
</p:tagLst>
</file>

<file path=ppt/tags/tag92.xml><?xml version="1.0" encoding="utf-8"?>
<p:tagLst xmlns:p="http://schemas.openxmlformats.org/presentationml/2006/main">
  <p:tag name="AS_UNIQUEID" val="8244"/>
</p:tagLst>
</file>

<file path=ppt/tags/tag93.xml><?xml version="1.0" encoding="utf-8"?>
<p:tagLst xmlns:p="http://schemas.openxmlformats.org/presentationml/2006/main">
  <p:tag name="AS_UNIQUEID" val="8245"/>
</p:tagLst>
</file>

<file path=ppt/tags/tag94.xml><?xml version="1.0" encoding="utf-8"?>
<p:tagLst xmlns:p="http://schemas.openxmlformats.org/presentationml/2006/main">
  <p:tag name="AS_UNIQUEID" val="8246"/>
</p:tagLst>
</file>

<file path=ppt/tags/tag95.xml><?xml version="1.0" encoding="utf-8"?>
<p:tagLst xmlns:p="http://schemas.openxmlformats.org/presentationml/2006/main">
  <p:tag name="AS_UNIQUEID" val="8247"/>
</p:tagLst>
</file>

<file path=ppt/tags/tag96.xml><?xml version="1.0" encoding="utf-8"?>
<p:tagLst xmlns:p="http://schemas.openxmlformats.org/presentationml/2006/main">
  <p:tag name="AS_UNIQUEID" val="8248"/>
</p:tagLst>
</file>

<file path=ppt/tags/tag97.xml><?xml version="1.0" encoding="utf-8"?>
<p:tagLst xmlns:p="http://schemas.openxmlformats.org/presentationml/2006/main">
  <p:tag name="AS_UNIQUEID" val="8249"/>
</p:tagLst>
</file>

<file path=ppt/tags/tag98.xml><?xml version="1.0" encoding="utf-8"?>
<p:tagLst xmlns:p="http://schemas.openxmlformats.org/presentationml/2006/main">
  <p:tag name="AS_UNIQUEID" val="8250"/>
</p:tagLst>
</file>

<file path=ppt/tags/tag99.xml><?xml version="1.0" encoding="utf-8"?>
<p:tagLst xmlns:p="http://schemas.openxmlformats.org/presentationml/2006/main">
  <p:tag name="AS_UNIQUEID" val="8251"/>
</p:tagLst>
</file>

<file path=ppt/tags/tag100.xml><?xml version="1.0" encoding="utf-8"?>
<p:tagLst xmlns:p="http://schemas.openxmlformats.org/presentationml/2006/main">
  <p:tag name="AS_UNIQUEID" val="2820"/>
</p:tagLst>
</file>

<file path=ppt/tags/tag101.xml><?xml version="1.0" encoding="utf-8"?>
<p:tagLst xmlns:p="http://schemas.openxmlformats.org/presentationml/2006/main">
  <p:tag name="AS_UNIQUEID" val="2821"/>
</p:tagLst>
</file>

<file path=ppt/tags/tag102.xml><?xml version="1.0" encoding="utf-8"?>
<p:tagLst xmlns:p="http://schemas.openxmlformats.org/presentationml/2006/main">
  <p:tag name="AS_UNIQUEID" val="2822"/>
</p:tagLst>
</file>

<file path=ppt/tags/tag103.xml><?xml version="1.0" encoding="utf-8"?>
<p:tagLst xmlns:p="http://schemas.openxmlformats.org/presentationml/2006/main">
  <p:tag name="AS_UNIQUEID" val="2823"/>
</p:tagLst>
</file>

<file path=ppt/tags/tag104.xml><?xml version="1.0" encoding="utf-8"?>
<p:tagLst xmlns:p="http://schemas.openxmlformats.org/presentationml/2006/main">
  <p:tag name="AS_UNIQUEID" val="8252"/>
</p:tagLst>
</file>

<file path=ppt/tags/tag105.xml><?xml version="1.0" encoding="utf-8"?>
<p:tagLst xmlns:p="http://schemas.openxmlformats.org/presentationml/2006/main">
  <p:tag name="AS_UNIQUEID" val="2825"/>
</p:tagLst>
</file>

<file path=ppt/tags/tag106.xml><?xml version="1.0" encoding="utf-8"?>
<p:tagLst xmlns:p="http://schemas.openxmlformats.org/presentationml/2006/main">
  <p:tag name="AS_UNIQUEID" val="2826"/>
</p:tagLst>
</file>

<file path=ppt/tags/tag107.xml><?xml version="1.0" encoding="utf-8"?>
<p:tagLst xmlns:p="http://schemas.openxmlformats.org/presentationml/2006/main">
  <p:tag name="AS_UNIQUEID" val="2827"/>
</p:tagLst>
</file>

<file path=ppt/tags/tag108.xml><?xml version="1.0" encoding="utf-8"?>
<p:tagLst xmlns:p="http://schemas.openxmlformats.org/presentationml/2006/main">
  <p:tag name="AS_UNIQUEID" val="2828"/>
</p:tagLst>
</file>

<file path=ppt/tags/tag109.xml><?xml version="1.0" encoding="utf-8"?>
<p:tagLst xmlns:p="http://schemas.openxmlformats.org/presentationml/2006/main">
  <p:tag name="AS_UNIQUEID" val="8253"/>
</p:tagLst>
</file>

<file path=ppt/tags/tag110.xml><?xml version="1.0" encoding="utf-8"?>
<p:tagLst xmlns:p="http://schemas.openxmlformats.org/presentationml/2006/main">
  <p:tag name="AS_UNIQUEID" val="2835"/>
</p:tagLst>
</file>

<file path=ppt/tags/tag111.xml><?xml version="1.0" encoding="utf-8"?>
<p:tagLst xmlns:p="http://schemas.openxmlformats.org/presentationml/2006/main">
  <p:tag name="AS_UNIQUEID" val="2836"/>
</p:tagLst>
</file>

<file path=ppt/tags/tag112.xml><?xml version="1.0" encoding="utf-8"?>
<p:tagLst xmlns:p="http://schemas.openxmlformats.org/presentationml/2006/main">
  <p:tag name="AS_UNIQUEID" val="2837"/>
</p:tagLst>
</file>

<file path=ppt/tags/tag113.xml><?xml version="1.0" encoding="utf-8"?>
<p:tagLst xmlns:p="http://schemas.openxmlformats.org/presentationml/2006/main">
  <p:tag name="AS_UNIQUEID" val="2838"/>
</p:tagLst>
</file>

<file path=ppt/tags/tag114.xml><?xml version="1.0" encoding="utf-8"?>
<p:tagLst xmlns:p="http://schemas.openxmlformats.org/presentationml/2006/main">
  <p:tag name="AS_UNIQUEID" val="8254"/>
</p:tagLst>
</file>

<file path=ppt/tags/tag115.xml><?xml version="1.0" encoding="utf-8"?>
<p:tagLst xmlns:p="http://schemas.openxmlformats.org/presentationml/2006/main">
  <p:tag name="AS_UNIQUEID" val="2840"/>
</p:tagLst>
</file>

<file path=ppt/tags/tag116.xml><?xml version="1.0" encoding="utf-8"?>
<p:tagLst xmlns:p="http://schemas.openxmlformats.org/presentationml/2006/main">
  <p:tag name="AS_UNIQUEID" val="2841"/>
</p:tagLst>
</file>

<file path=ppt/tags/tag117.xml><?xml version="1.0" encoding="utf-8"?>
<p:tagLst xmlns:p="http://schemas.openxmlformats.org/presentationml/2006/main">
  <p:tag name="AS_UNIQUEID" val="2842"/>
</p:tagLst>
</file>

<file path=ppt/tags/tag118.xml><?xml version="1.0" encoding="utf-8"?>
<p:tagLst xmlns:p="http://schemas.openxmlformats.org/presentationml/2006/main">
  <p:tag name="AS_UNIQUEID" val="2843"/>
</p:tagLst>
</file>

<file path=ppt/tags/tag119.xml><?xml version="1.0" encoding="utf-8"?>
<p:tagLst xmlns:p="http://schemas.openxmlformats.org/presentationml/2006/main">
  <p:tag name="AS_UNIQUEID" val="8255"/>
</p:tagLst>
</file>

<file path=ppt/tags/tag120.xml><?xml version="1.0" encoding="utf-8"?>
<p:tagLst xmlns:p="http://schemas.openxmlformats.org/presentationml/2006/main">
  <p:tag name="AS_UNIQUEID" val="2845"/>
</p:tagLst>
</file>

<file path=ppt/tags/tag121.xml><?xml version="1.0" encoding="utf-8"?>
<p:tagLst xmlns:p="http://schemas.openxmlformats.org/presentationml/2006/main">
  <p:tag name="AS_UNIQUEID" val="2846"/>
</p:tagLst>
</file>

<file path=ppt/tags/tag122.xml><?xml version="1.0" encoding="utf-8"?>
<p:tagLst xmlns:p="http://schemas.openxmlformats.org/presentationml/2006/main">
  <p:tag name="AS_UNIQUEID" val="8256"/>
</p:tagLst>
</file>

<file path=ppt/tags/tag123.xml><?xml version="1.0" encoding="utf-8"?>
<p:tagLst xmlns:p="http://schemas.openxmlformats.org/presentationml/2006/main">
  <p:tag name="AS_UNIQUEID" val="2848"/>
</p:tagLst>
</file>

<file path=ppt/tags/tag124.xml><?xml version="1.0" encoding="utf-8"?>
<p:tagLst xmlns:p="http://schemas.openxmlformats.org/presentationml/2006/main">
  <p:tag name="AS_UNIQUEID" val="2849"/>
</p:tagLst>
</file>

<file path=ppt/tags/tag125.xml><?xml version="1.0" encoding="utf-8"?>
<p:tagLst xmlns:p="http://schemas.openxmlformats.org/presentationml/2006/main">
  <p:tag name="AS_UNIQUEID" val="8257"/>
</p:tagLst>
</file>

<file path=ppt/tags/tag126.xml><?xml version="1.0" encoding="utf-8"?>
<p:tagLst xmlns:p="http://schemas.openxmlformats.org/presentationml/2006/main">
  <p:tag name="AS_UNIQUEID" val="8258"/>
</p:tagLst>
</file>

<file path=ppt/tags/tag127.xml><?xml version="1.0" encoding="utf-8"?>
<p:tagLst xmlns:p="http://schemas.openxmlformats.org/presentationml/2006/main">
  <p:tag name="AS_UNIQUEID" val="8259"/>
</p:tagLst>
</file>

<file path=ppt/tags/tag128.xml><?xml version="1.0" encoding="utf-8"?>
<p:tagLst xmlns:p="http://schemas.openxmlformats.org/presentationml/2006/main">
  <p:tag name="AS_UNIQUEID" val="8260"/>
</p:tagLst>
</file>

<file path=ppt/tags/tag129.xml><?xml version="1.0" encoding="utf-8"?>
<p:tagLst xmlns:p="http://schemas.openxmlformats.org/presentationml/2006/main">
  <p:tag name="AS_UNIQUEID" val="8261"/>
</p:tagLst>
</file>

<file path=ppt/tags/tag130.xml><?xml version="1.0" encoding="utf-8"?>
<p:tagLst xmlns:p="http://schemas.openxmlformats.org/presentationml/2006/main">
  <p:tag name="AS_UNIQUEID" val="8262"/>
</p:tagLst>
</file>

<file path=ppt/tags/tag131.xml><?xml version="1.0" encoding="utf-8"?>
<p:tagLst xmlns:p="http://schemas.openxmlformats.org/presentationml/2006/main">
  <p:tag name="AS_UNIQUEID" val="8263"/>
</p:tagLst>
</file>

<file path=ppt/tags/tag132.xml><?xml version="1.0" encoding="utf-8"?>
<p:tagLst xmlns:p="http://schemas.openxmlformats.org/presentationml/2006/main">
  <p:tag name="AS_UNIQUEID" val="8264"/>
</p:tagLst>
</file>

<file path=ppt/tags/tag133.xml><?xml version="1.0" encoding="utf-8"?>
<p:tagLst xmlns:p="http://schemas.openxmlformats.org/presentationml/2006/main">
  <p:tag name="AS_UNIQUEID" val="8265"/>
</p:tagLst>
</file>

<file path=ppt/tags/tag134.xml><?xml version="1.0" encoding="utf-8"?>
<p:tagLst xmlns:p="http://schemas.openxmlformats.org/presentationml/2006/main">
  <p:tag name="AS_UNIQUEID" val="8266"/>
</p:tagLst>
</file>

<file path=ppt/tags/tag135.xml><?xml version="1.0" encoding="utf-8"?>
<p:tagLst xmlns:p="http://schemas.openxmlformats.org/presentationml/2006/main">
  <p:tag name="AS_UNIQUEID" val="8267"/>
</p:tagLst>
</file>

<file path=ppt/tags/tag136.xml><?xml version="1.0" encoding="utf-8"?>
<p:tagLst xmlns:p="http://schemas.openxmlformats.org/presentationml/2006/main">
  <p:tag name="AS_UNIQUEID" val="8268"/>
</p:tagLst>
</file>

<file path=ppt/tags/tag137.xml><?xml version="1.0" encoding="utf-8"?>
<p:tagLst xmlns:p="http://schemas.openxmlformats.org/presentationml/2006/main">
  <p:tag name="AS_UNIQUEID" val="8269"/>
</p:tagLst>
</file>

<file path=ppt/tags/tag138.xml><?xml version="1.0" encoding="utf-8"?>
<p:tagLst xmlns:p="http://schemas.openxmlformats.org/presentationml/2006/main">
  <p:tag name="AS_UNIQUEID" val="8270"/>
</p:tagLst>
</file>

<file path=ppt/tags/tag139.xml><?xml version="1.0" encoding="utf-8"?>
<p:tagLst xmlns:p="http://schemas.openxmlformats.org/presentationml/2006/main">
  <p:tag name="AS_UNIQUEID" val="8271"/>
</p:tagLst>
</file>

<file path=ppt/tags/tag140.xml><?xml version="1.0" encoding="utf-8"?>
<p:tagLst xmlns:p="http://schemas.openxmlformats.org/presentationml/2006/main">
  <p:tag name="AS_UNIQUEID" val="8272"/>
</p:tagLst>
</file>

<file path=ppt/tags/tag141.xml><?xml version="1.0" encoding="utf-8"?>
<p:tagLst xmlns:p="http://schemas.openxmlformats.org/presentationml/2006/main">
  <p:tag name="AS_UNIQUEID" val="8273"/>
</p:tagLst>
</file>

<file path=ppt/tags/tag142.xml><?xml version="1.0" encoding="utf-8"?>
<p:tagLst xmlns:p="http://schemas.openxmlformats.org/presentationml/2006/main">
  <p:tag name="AS_UNIQUEID" val="8274"/>
</p:tagLst>
</file>

<file path=ppt/tags/tag143.xml><?xml version="1.0" encoding="utf-8"?>
<p:tagLst xmlns:p="http://schemas.openxmlformats.org/presentationml/2006/main">
  <p:tag name="AS_UNIQUEID" val="8275"/>
</p:tagLst>
</file>

<file path=ppt/tags/tag144.xml><?xml version="1.0" encoding="utf-8"?>
<p:tagLst xmlns:p="http://schemas.openxmlformats.org/presentationml/2006/main">
  <p:tag name="AS_UNIQUEID" val="8276"/>
</p:tagLst>
</file>

<file path=ppt/tags/tag145.xml><?xml version="1.0" encoding="utf-8"?>
<p:tagLst xmlns:p="http://schemas.openxmlformats.org/presentationml/2006/main">
  <p:tag name="AS_UNIQUEID" val="8277"/>
</p:tagLst>
</file>

<file path=ppt/tags/tag146.xml><?xml version="1.0" encoding="utf-8"?>
<p:tagLst xmlns:p="http://schemas.openxmlformats.org/presentationml/2006/main">
  <p:tag name="AS_UNIQUEID" val="8278"/>
</p:tagLst>
</file>

<file path=ppt/tags/tag147.xml><?xml version="1.0" encoding="utf-8"?>
<p:tagLst xmlns:p="http://schemas.openxmlformats.org/presentationml/2006/main">
  <p:tag name="AS_UNIQUEID" val="8279"/>
</p:tagLst>
</file>

<file path=ppt/tags/tag148.xml><?xml version="1.0" encoding="utf-8"?>
<p:tagLst xmlns:p="http://schemas.openxmlformats.org/presentationml/2006/main">
  <p:tag name="AS_UNIQUEID" val="8280"/>
</p:tagLst>
</file>

<file path=ppt/tags/tag149.xml><?xml version="1.0" encoding="utf-8"?>
<p:tagLst xmlns:p="http://schemas.openxmlformats.org/presentationml/2006/main">
  <p:tag name="AS_UNIQUEID" val="8281"/>
</p:tagLst>
</file>

<file path=ppt/tags/tag150.xml><?xml version="1.0" encoding="utf-8"?>
<p:tagLst xmlns:p="http://schemas.openxmlformats.org/presentationml/2006/main">
  <p:tag name="AS_UNIQUEID" val="8282"/>
</p:tagLst>
</file>

<file path=ppt/tags/tag151.xml><?xml version="1.0" encoding="utf-8"?>
<p:tagLst xmlns:p="http://schemas.openxmlformats.org/presentationml/2006/main">
  <p:tag name="AS_UNIQUEID" val="8283"/>
</p:tagLst>
</file>

<file path=ppt/tags/tag152.xml><?xml version="1.0" encoding="utf-8"?>
<p:tagLst xmlns:p="http://schemas.openxmlformats.org/presentationml/2006/main">
  <p:tag name="AS_UNIQUEID" val="8284"/>
</p:tagLst>
</file>

<file path=ppt/tags/tag153.xml><?xml version="1.0" encoding="utf-8"?>
<p:tagLst xmlns:p="http://schemas.openxmlformats.org/presentationml/2006/main">
  <p:tag name="AS_UNIQUEID" val="8285"/>
</p:tagLst>
</file>

<file path=ppt/tags/tag154.xml><?xml version="1.0" encoding="utf-8"?>
<p:tagLst xmlns:p="http://schemas.openxmlformats.org/presentationml/2006/main">
  <p:tag name="AS_UNIQUEID" val="8286"/>
</p:tagLst>
</file>

<file path=ppt/tags/tag155.xml><?xml version="1.0" encoding="utf-8"?>
<p:tagLst xmlns:p="http://schemas.openxmlformats.org/presentationml/2006/main">
  <p:tag name="AS_UNIQUEID" val="8287"/>
</p:tagLst>
</file>

<file path=ppt/tags/tag156.xml><?xml version="1.0" encoding="utf-8"?>
<p:tagLst xmlns:p="http://schemas.openxmlformats.org/presentationml/2006/main">
  <p:tag name="AS_UNIQUEID" val="8288"/>
</p:tagLst>
</file>

<file path=ppt/tags/tag157.xml><?xml version="1.0" encoding="utf-8"?>
<p:tagLst xmlns:p="http://schemas.openxmlformats.org/presentationml/2006/main">
  <p:tag name="AS_UNIQUEID" val="3339"/>
</p:tagLst>
</file>

<file path=ppt/tags/tag158.xml><?xml version="1.0" encoding="utf-8"?>
<p:tagLst xmlns:p="http://schemas.openxmlformats.org/presentationml/2006/main">
  <p:tag name="AS_UNIQUEID" val="3340"/>
</p:tagLst>
</file>

<file path=ppt/tags/tag159.xml><?xml version="1.0" encoding="utf-8"?>
<p:tagLst xmlns:p="http://schemas.openxmlformats.org/presentationml/2006/main">
  <p:tag name="AS_UNIQUEID" val="3341"/>
</p:tagLst>
</file>

<file path=ppt/tags/tag160.xml><?xml version="1.0" encoding="utf-8"?>
<p:tagLst xmlns:p="http://schemas.openxmlformats.org/presentationml/2006/main">
  <p:tag name="AS_UNIQUEID" val="3342"/>
</p:tagLst>
</file>

<file path=ppt/tags/tag161.xml><?xml version="1.0" encoding="utf-8"?>
<p:tagLst xmlns:p="http://schemas.openxmlformats.org/presentationml/2006/main">
  <p:tag name="AS_UNIQUEID" val="3343"/>
</p:tagLst>
</file>

<file path=ppt/tags/tag162.xml><?xml version="1.0" encoding="utf-8"?>
<p:tagLst xmlns:p="http://schemas.openxmlformats.org/presentationml/2006/main">
  <p:tag name="AS_UNIQUEID" val="3344"/>
</p:tagLst>
</file>

<file path=ppt/tags/tag163.xml><?xml version="1.0" encoding="utf-8"?>
<p:tagLst xmlns:p="http://schemas.openxmlformats.org/presentationml/2006/main">
  <p:tag name="AS_UNIQUEID" val="8289"/>
</p:tagLst>
</file>

<file path=ppt/tags/tag164.xml><?xml version="1.0" encoding="utf-8"?>
<p:tagLst xmlns:p="http://schemas.openxmlformats.org/presentationml/2006/main">
  <p:tag name="AS_UNIQUEID" val="3346"/>
</p:tagLst>
</file>

<file path=ppt/tags/tag165.xml><?xml version="1.0" encoding="utf-8"?>
<p:tagLst xmlns:p="http://schemas.openxmlformats.org/presentationml/2006/main">
  <p:tag name="AS_UNIQUEID" val="3347"/>
</p:tagLst>
</file>

<file path=ppt/tags/tag166.xml><?xml version="1.0" encoding="utf-8"?>
<p:tagLst xmlns:p="http://schemas.openxmlformats.org/presentationml/2006/main">
  <p:tag name="AS_UNIQUEID" val="3348"/>
</p:tagLst>
</file>

<file path=ppt/tags/tag167.xml><?xml version="1.0" encoding="utf-8"?>
<p:tagLst xmlns:p="http://schemas.openxmlformats.org/presentationml/2006/main">
  <p:tag name="AS_UNIQUEID" val="3349"/>
</p:tagLst>
</file>

<file path=ppt/tags/tag168.xml><?xml version="1.0" encoding="utf-8"?>
<p:tagLst xmlns:p="http://schemas.openxmlformats.org/presentationml/2006/main">
  <p:tag name="AS_UNIQUEID" val="8290"/>
</p:tagLst>
</file>

<file path=ppt/tags/tag169.xml><?xml version="1.0" encoding="utf-8"?>
<p:tagLst xmlns:p="http://schemas.openxmlformats.org/presentationml/2006/main">
  <p:tag name="AS_UNIQUEID" val="4395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部门工作汇报PPT"/>
  <p:tag name="KSO_WM_UNIT_TYPE" val="a"/>
  <p:tag name="KSO_WM_UNIT_VALUE" val="11"/>
</p:tagLst>
</file>

<file path=ppt/tags/tag170.xml><?xml version="1.0" encoding="utf-8"?>
<p:tagLst xmlns:p="http://schemas.openxmlformats.org/presentationml/2006/main">
  <p:tag name="AS_UNIQUEID" val="8181"/>
  <p:tag name="KSO_WM_BEAUTIFY_FLAG" val=""/>
</p:tagLst>
</file>

<file path=ppt/tags/tag171.xml><?xml version="1.0" encoding="utf-8"?>
<p:tagLst xmlns:p="http://schemas.openxmlformats.org/presentationml/2006/main">
  <p:tag name="AS_UNIQUEID" val="4393"/>
  <p:tag name="KSO_WM_BEAUTIFY_FLAG" val=""/>
  <p:tag name="KSO_WM_TAG_VERSION" val="1.0"/>
  <p:tag name="KSO_WM_TEMPLATE_CATEGORY" val="custom"/>
  <p:tag name="KSO_WM_TEMPLATE_INDEX" val="20202675"/>
  <p:tag name="KSO_WM_UNIT_COMPATIBLE" val="0"/>
  <p:tag name="KSO_WM_UNIT_DIAGRAM_ISNUMVISUAL" val="0"/>
  <p:tag name="KSO_WM_UNIT_DIAGRAM_ISREFERUNIT" val="0"/>
  <p:tag name="KSO_WM_UNIT_HIGHLIGHT" val="0"/>
  <p:tag name="KSO_WM_UNIT_ID" val="custom20202675_1*b*2"/>
  <p:tag name="KSO_WM_UNIT_INDEX" val="2"/>
  <p:tag name="KSO_WM_UNIT_ISCONTENTSTITLE" val="0"/>
  <p:tag name="KSO_WM_UNIT_ISNUMDGMTITLE" val="0"/>
  <p:tag name="KSO_WM_UNIT_LAYERLEVEL" val="1"/>
  <p:tag name="KSO_WM_UNIT_NOCLEAR" val="0"/>
  <p:tag name="KSO_WM_UNIT_PRESET_TEXT" val="汇报人姓名"/>
  <p:tag name="KSO_WM_UNIT_TEXT_FILL_FORE_SCHEMECOLOR_INDEX" val="14"/>
  <p:tag name="KSO_WM_UNIT_TEXT_FILL_FORE_SCHEMECOLOR_INDEX_BRIGHTNESS" val="0"/>
  <p:tag name="KSO_WM_UNIT_TEXT_FILL_TYPE" val="1"/>
  <p:tag name="KSO_WM_UNIT_TYPE" val="b"/>
</p:tagLst>
</file>

<file path=ppt/tags/tag172.xml><?xml version="1.0" encoding="utf-8"?>
<p:tagLst xmlns:p="http://schemas.openxmlformats.org/presentationml/2006/main">
  <p:tag name="AS_UNIQUEID" val="8291"/>
</p:tagLst>
</file>

<file path=ppt/tags/tag173.xml><?xml version="1.0" encoding="utf-8"?>
<p:tagLst xmlns:p="http://schemas.openxmlformats.org/presentationml/2006/main">
  <p:tag name="AS_UNIQUEID" val="4633"/>
  <p:tag name="KSO_WM_BEAUTIFY_FLAG" val=""/>
</p:tagLst>
</file>

<file path=ppt/tags/tag174.xml><?xml version="1.0" encoding="utf-8"?>
<p:tagLst xmlns:p="http://schemas.openxmlformats.org/presentationml/2006/main">
  <p:tag name="AS_UNIQUEID" val="236"/>
  <p:tag name="KSO_WM_BEAUTIFY_FLAG" val=""/>
</p:tagLst>
</file>

<file path=ppt/tags/tag175.xml><?xml version="1.0" encoding="utf-8"?>
<p:tagLst xmlns:p="http://schemas.openxmlformats.org/presentationml/2006/main">
  <p:tag name="KSO_WM_SPECIAL_SOURCE" val="bdnull"/>
</p:tagLst>
</file>

<file path=ppt/tags/tag176.xml><?xml version="1.0" encoding="utf-8"?>
<p:tagLst xmlns:p="http://schemas.openxmlformats.org/presentationml/2006/main">
  <p:tag name="AS_UNIQUEID" val="8292"/>
</p:tagLst>
</file>

<file path=ppt/tags/tag177.xml><?xml version="1.0" encoding="utf-8"?>
<p:tagLst xmlns:p="http://schemas.openxmlformats.org/presentationml/2006/main">
  <p:tag name="AS_UNIQUEID" val="8293"/>
</p:tagLst>
</file>

<file path=ppt/tags/tag178.xml><?xml version="1.0" encoding="utf-8"?>
<p:tagLst xmlns:p="http://schemas.openxmlformats.org/presentationml/2006/main">
  <p:tag name="AS_UNIQUEID" val="8294"/>
</p:tagLst>
</file>

<file path=ppt/tags/tag179.xml><?xml version="1.0" encoding="utf-8"?>
<p:tagLst xmlns:p="http://schemas.openxmlformats.org/presentationml/2006/main">
  <p:tag name="AS_UNIQUEID" val="8295"/>
  <p:tag name="PA" val="v5.1.2"/>
</p:tagLst>
</file>

<file path=ppt/tags/tag180.xml><?xml version="1.0" encoding="utf-8"?>
<p:tagLst xmlns:p="http://schemas.openxmlformats.org/presentationml/2006/main">
  <p:tag name="AS_UNIQUEID" val="8296"/>
</p:tagLst>
</file>

<file path=ppt/tags/tag181.xml><?xml version="1.0" encoding="utf-8"?>
<p:tagLst xmlns:p="http://schemas.openxmlformats.org/presentationml/2006/main">
  <p:tag name="AS_UNIQUEID" val="8297"/>
  <p:tag name="KSO_WM_BEAUTIFY_FLAG" val=""/>
  <p:tag name="PA" val="v5.1.2"/>
</p:tagLst>
</file>

<file path=ppt/tags/tag182.xml><?xml version="1.0" encoding="utf-8"?>
<p:tagLst xmlns:p="http://schemas.openxmlformats.org/presentationml/2006/main">
  <p:tag name="AS_UNIQUEID" val="8298"/>
</p:tagLst>
</file>

<file path=ppt/tags/tag183.xml><?xml version="1.0" encoding="utf-8"?>
<p:tagLst xmlns:p="http://schemas.openxmlformats.org/presentationml/2006/main">
  <p:tag name="AS_UNIQUEID" val="8299"/>
</p:tagLst>
</file>

<file path=ppt/tags/tag184.xml><?xml version="1.0" encoding="utf-8"?>
<p:tagLst xmlns:p="http://schemas.openxmlformats.org/presentationml/2006/main">
  <p:tag name="AS_UNIQUEID" val="8300"/>
</p:tagLst>
</file>

<file path=ppt/tags/tag185.xml><?xml version="1.0" encoding="utf-8"?>
<p:tagLst xmlns:p="http://schemas.openxmlformats.org/presentationml/2006/main">
  <p:tag name="AS_UNIQUEID" val="8301"/>
</p:tagLst>
</file>

<file path=ppt/tags/tag186.xml><?xml version="1.0" encoding="utf-8"?>
<p:tagLst xmlns:p="http://schemas.openxmlformats.org/presentationml/2006/main">
  <p:tag name="AS_UNIQUEID" val="8302"/>
</p:tagLst>
</file>

<file path=ppt/tags/tag187.xml><?xml version="1.0" encoding="utf-8"?>
<p:tagLst xmlns:p="http://schemas.openxmlformats.org/presentationml/2006/main">
  <p:tag name="AS_UNIQUEID" val="8303"/>
</p:tagLst>
</file>

<file path=ppt/tags/tag188.xml><?xml version="1.0" encoding="utf-8"?>
<p:tagLst xmlns:p="http://schemas.openxmlformats.org/presentationml/2006/main">
  <p:tag name="AS_UNIQUEID" val="8304"/>
</p:tagLst>
</file>

<file path=ppt/tags/tag189.xml><?xml version="1.0" encoding="utf-8"?>
<p:tagLst xmlns:p="http://schemas.openxmlformats.org/presentationml/2006/main">
  <p:tag name="AS_UNIQUEID" val="8305"/>
</p:tagLst>
</file>

<file path=ppt/tags/tag190.xml><?xml version="1.0" encoding="utf-8"?>
<p:tagLst xmlns:p="http://schemas.openxmlformats.org/presentationml/2006/main">
  <p:tag name="AS_UNIQUEID" val="8306"/>
</p:tagLst>
</file>

<file path=ppt/tags/tag191.xml><?xml version="1.0" encoding="utf-8"?>
<p:tagLst xmlns:p="http://schemas.openxmlformats.org/presentationml/2006/main">
  <p:tag name="AS_UNIQUEID" val="8307"/>
</p:tagLst>
</file>

<file path=ppt/tags/tag192.xml><?xml version="1.0" encoding="utf-8"?>
<p:tagLst xmlns:p="http://schemas.openxmlformats.org/presentationml/2006/main">
  <p:tag name="AS_UNIQUEID" val="8308"/>
</p:tagLst>
</file>

<file path=ppt/tags/tag193.xml><?xml version="1.0" encoding="utf-8"?>
<p:tagLst xmlns:p="http://schemas.openxmlformats.org/presentationml/2006/main">
  <p:tag name="AS_UNIQUEID" val="8309"/>
</p:tagLst>
</file>

<file path=ppt/tags/tag194.xml><?xml version="1.0" encoding="utf-8"?>
<p:tagLst xmlns:p="http://schemas.openxmlformats.org/presentationml/2006/main">
  <p:tag name="AS_UNIQUEID" val="8310"/>
</p:tagLst>
</file>

<file path=ppt/tags/tag195.xml><?xml version="1.0" encoding="utf-8"?>
<p:tagLst xmlns:p="http://schemas.openxmlformats.org/presentationml/2006/main">
  <p:tag name="AS_UNIQUEID" val="8311"/>
</p:tagLst>
</file>

<file path=ppt/tags/tag196.xml><?xml version="1.0" encoding="utf-8"?>
<p:tagLst xmlns:p="http://schemas.openxmlformats.org/presentationml/2006/main">
  <p:tag name="AS_UNIQUEID" val="8312"/>
</p:tagLst>
</file>

<file path=ppt/tags/tag197.xml><?xml version="1.0" encoding="utf-8"?>
<p:tagLst xmlns:p="http://schemas.openxmlformats.org/presentationml/2006/main">
  <p:tag name="AS_UNIQUEID" val="8313"/>
</p:tagLst>
</file>

<file path=ppt/tags/tag198.xml><?xml version="1.0" encoding="utf-8"?>
<p:tagLst xmlns:p="http://schemas.openxmlformats.org/presentationml/2006/main">
  <p:tag name="AS_UNIQUEID" val="8314"/>
</p:tagLst>
</file>

<file path=ppt/tags/tag199.xml><?xml version="1.0" encoding="utf-8"?>
<p:tagLst xmlns:p="http://schemas.openxmlformats.org/presentationml/2006/main">
  <p:tag name="AS_UNIQUEID" val="8315"/>
</p:tagLst>
</file>

<file path=ppt/tags/tag200.xml><?xml version="1.0" encoding="utf-8"?>
<p:tagLst xmlns:p="http://schemas.openxmlformats.org/presentationml/2006/main">
  <p:tag name="AS_UNIQUEID" val="8316"/>
</p:tagLst>
</file>

<file path=ppt/tags/tag201.xml><?xml version="1.0" encoding="utf-8"?>
<p:tagLst xmlns:p="http://schemas.openxmlformats.org/presentationml/2006/main">
  <p:tag name="AS_UNIQUEID" val="8317"/>
</p:tagLst>
</file>

<file path=ppt/tags/tag202.xml><?xml version="1.0" encoding="utf-8"?>
<p:tagLst xmlns:p="http://schemas.openxmlformats.org/presentationml/2006/main">
  <p:tag name="AS_UNIQUEID" val="8318"/>
</p:tagLst>
</file>

<file path=ppt/tags/tag203.xml><?xml version="1.0" encoding="utf-8"?>
<p:tagLst xmlns:p="http://schemas.openxmlformats.org/presentationml/2006/main">
  <p:tag name="AS_UNIQUEID" val="8319"/>
</p:tagLst>
</file>

<file path=ppt/tags/tag204.xml><?xml version="1.0" encoding="utf-8"?>
<p:tagLst xmlns:p="http://schemas.openxmlformats.org/presentationml/2006/main">
  <p:tag name="AS_UNIQUEID" val="8320"/>
</p:tagLst>
</file>

<file path=ppt/tags/tag205.xml><?xml version="1.0" encoding="utf-8"?>
<p:tagLst xmlns:p="http://schemas.openxmlformats.org/presentationml/2006/main">
  <p:tag name="AS_UNIQUEID" val="8321"/>
</p:tagLst>
</file>

<file path=ppt/tags/tag206.xml><?xml version="1.0" encoding="utf-8"?>
<p:tagLst xmlns:p="http://schemas.openxmlformats.org/presentationml/2006/main">
  <p:tag name="AS_UNIQUEID" val="8322"/>
</p:tagLst>
</file>

<file path=ppt/tags/tag207.xml><?xml version="1.0" encoding="utf-8"?>
<p:tagLst xmlns:p="http://schemas.openxmlformats.org/presentationml/2006/main">
  <p:tag name="AS_UNIQUEID" val="8323"/>
</p:tagLst>
</file>

<file path=ppt/tags/tag208.xml><?xml version="1.0" encoding="utf-8"?>
<p:tagLst xmlns:p="http://schemas.openxmlformats.org/presentationml/2006/main">
  <p:tag name="AS_UNIQUEID" val="8324"/>
</p:tagLst>
</file>

<file path=ppt/tags/tag209.xml><?xml version="1.0" encoding="utf-8"?>
<p:tagLst xmlns:p="http://schemas.openxmlformats.org/presentationml/2006/main">
  <p:tag name="AS_UNIQUEID" val="8325"/>
</p:tagLst>
</file>

<file path=ppt/tags/tag210.xml><?xml version="1.0" encoding="utf-8"?>
<p:tagLst xmlns:p="http://schemas.openxmlformats.org/presentationml/2006/main">
  <p:tag name="AS_UNIQUEID" val="8326"/>
</p:tagLst>
</file>

<file path=ppt/tags/tag211.xml><?xml version="1.0" encoding="utf-8"?>
<p:tagLst xmlns:p="http://schemas.openxmlformats.org/presentationml/2006/main">
  <p:tag name="AS_UNIQUEID" val="8327"/>
</p:tagLst>
</file>

<file path=ppt/tags/tag212.xml><?xml version="1.0" encoding="utf-8"?>
<p:tagLst xmlns:p="http://schemas.openxmlformats.org/presentationml/2006/main">
  <p:tag name="AS_UNIQUEID" val="8328"/>
</p:tagLst>
</file>

<file path=ppt/tags/tag213.xml><?xml version="1.0" encoding="utf-8"?>
<p:tagLst xmlns:p="http://schemas.openxmlformats.org/presentationml/2006/main">
  <p:tag name="AS_UNIQUEID" val="8329"/>
</p:tagLst>
</file>

<file path=ppt/tags/tag214.xml><?xml version="1.0" encoding="utf-8"?>
<p:tagLst xmlns:p="http://schemas.openxmlformats.org/presentationml/2006/main">
  <p:tag name="AS_UNIQUEID" val="8330"/>
</p:tagLst>
</file>

<file path=ppt/tags/tag215.xml><?xml version="1.0" encoding="utf-8"?>
<p:tagLst xmlns:p="http://schemas.openxmlformats.org/presentationml/2006/main">
  <p:tag name="AS_UNIQUEID" val="8331"/>
</p:tagLst>
</file>

<file path=ppt/tags/tag216.xml><?xml version="1.0" encoding="utf-8"?>
<p:tagLst xmlns:p="http://schemas.openxmlformats.org/presentationml/2006/main">
  <p:tag name="AS_UNIQUEID" val="8332"/>
</p:tagLst>
</file>

<file path=ppt/tags/tag217.xml><?xml version="1.0" encoding="utf-8"?>
<p:tagLst xmlns:p="http://schemas.openxmlformats.org/presentationml/2006/main">
  <p:tag name="AS_UNIQUEID" val="8333"/>
</p:tagLst>
</file>

<file path=ppt/tags/tag218.xml><?xml version="1.0" encoding="utf-8"?>
<p:tagLst xmlns:p="http://schemas.openxmlformats.org/presentationml/2006/main">
  <p:tag name="AS_UNIQUEID" val="8334"/>
</p:tagLst>
</file>

<file path=ppt/tags/tag219.xml><?xml version="1.0" encoding="utf-8"?>
<p:tagLst xmlns:p="http://schemas.openxmlformats.org/presentationml/2006/main">
  <p:tag name="AS_UNIQUEID" val="8335"/>
</p:tagLst>
</file>

<file path=ppt/tags/tag220.xml><?xml version="1.0" encoding="utf-8"?>
<p:tagLst xmlns:p="http://schemas.openxmlformats.org/presentationml/2006/main">
  <p:tag name="AS_UNIQUEID" val="8336"/>
</p:tagLst>
</file>

<file path=ppt/tags/tag221.xml><?xml version="1.0" encoding="utf-8"?>
<p:tagLst xmlns:p="http://schemas.openxmlformats.org/presentationml/2006/main">
  <p:tag name="AS_UNIQUEID" val="8337"/>
</p:tagLst>
</file>

<file path=ppt/tags/tag222.xml><?xml version="1.0" encoding="utf-8"?>
<p:tagLst xmlns:p="http://schemas.openxmlformats.org/presentationml/2006/main">
  <p:tag name="AS_UNIQUEID" val="8338"/>
</p:tagLst>
</file>

<file path=ppt/tags/tag223.xml><?xml version="1.0" encoding="utf-8"?>
<p:tagLst xmlns:p="http://schemas.openxmlformats.org/presentationml/2006/main">
  <p:tag name="AS_UNIQUEID" val="8339"/>
</p:tagLst>
</file>

<file path=ppt/tags/tag224.xml><?xml version="1.0" encoding="utf-8"?>
<p:tagLst xmlns:p="http://schemas.openxmlformats.org/presentationml/2006/main">
  <p:tag name="AS_UNIQUEID" val="8340"/>
</p:tagLst>
</file>

<file path=ppt/tags/tag225.xml><?xml version="1.0" encoding="utf-8"?>
<p:tagLst xmlns:p="http://schemas.openxmlformats.org/presentationml/2006/main">
  <p:tag name="AS_UNIQUEID" val="8341"/>
</p:tagLst>
</file>

<file path=ppt/tags/tag226.xml><?xml version="1.0" encoding="utf-8"?>
<p:tagLst xmlns:p="http://schemas.openxmlformats.org/presentationml/2006/main">
  <p:tag name="AS_UNIQUEID" val="8342"/>
</p:tagLst>
</file>

<file path=ppt/tags/tag227.xml><?xml version="1.0" encoding="utf-8"?>
<p:tagLst xmlns:p="http://schemas.openxmlformats.org/presentationml/2006/main">
  <p:tag name="AS_UNIQUEID" val="8343"/>
</p:tagLst>
</file>

<file path=ppt/tags/tag228.xml><?xml version="1.0" encoding="utf-8"?>
<p:tagLst xmlns:p="http://schemas.openxmlformats.org/presentationml/2006/main">
  <p:tag name="AS_UNIQUEID" val="8344"/>
</p:tagLst>
</file>

<file path=ppt/tags/tag229.xml><?xml version="1.0" encoding="utf-8"?>
<p:tagLst xmlns:p="http://schemas.openxmlformats.org/presentationml/2006/main">
  <p:tag name="AS_UNIQUEID" val="8345"/>
</p:tagLst>
</file>

<file path=ppt/tags/tag230.xml><?xml version="1.0" encoding="utf-8"?>
<p:tagLst xmlns:p="http://schemas.openxmlformats.org/presentationml/2006/main">
  <p:tag name="AS_UNIQUEID" val="8346"/>
</p:tagLst>
</file>

<file path=ppt/tags/tag231.xml><?xml version="1.0" encoding="utf-8"?>
<p:tagLst xmlns:p="http://schemas.openxmlformats.org/presentationml/2006/main">
  <p:tag name="AS_UNIQUEID" val="8347"/>
</p:tagLst>
</file>

<file path=ppt/tags/tag232.xml><?xml version="1.0" encoding="utf-8"?>
<p:tagLst xmlns:p="http://schemas.openxmlformats.org/presentationml/2006/main">
  <p:tag name="AS_UNIQUEID" val="8348"/>
</p:tagLst>
</file>

<file path=ppt/tags/tag233.xml><?xml version="1.0" encoding="utf-8"?>
<p:tagLst xmlns:p="http://schemas.openxmlformats.org/presentationml/2006/main">
  <p:tag name="AS_UNIQUEID" val="8349"/>
</p:tagLst>
</file>

<file path=ppt/tags/tag234.xml><?xml version="1.0" encoding="utf-8"?>
<p:tagLst xmlns:p="http://schemas.openxmlformats.org/presentationml/2006/main">
  <p:tag name="AS_UNIQUEID" val="8350"/>
</p:tagLst>
</file>

<file path=ppt/tags/tag235.xml><?xml version="1.0" encoding="utf-8"?>
<p:tagLst xmlns:p="http://schemas.openxmlformats.org/presentationml/2006/main">
  <p:tag name="AS_UNIQUEID" val="8351"/>
</p:tagLst>
</file>

<file path=ppt/tags/tag236.xml><?xml version="1.0" encoding="utf-8"?>
<p:tagLst xmlns:p="http://schemas.openxmlformats.org/presentationml/2006/main">
  <p:tag name="AS_UNIQUEID" val="8352"/>
</p:tagLst>
</file>

<file path=ppt/tags/tag237.xml><?xml version="1.0" encoding="utf-8"?>
<p:tagLst xmlns:p="http://schemas.openxmlformats.org/presentationml/2006/main">
  <p:tag name="AS_UNIQUEID" val="8353"/>
</p:tagLst>
</file>

<file path=ppt/tags/tag238.xml><?xml version="1.0" encoding="utf-8"?>
<p:tagLst xmlns:p="http://schemas.openxmlformats.org/presentationml/2006/main">
  <p:tag name="AS_UNIQUEID" val="8354"/>
</p:tagLst>
</file>

<file path=ppt/tags/tag239.xml><?xml version="1.0" encoding="utf-8"?>
<p:tagLst xmlns:p="http://schemas.openxmlformats.org/presentationml/2006/main">
  <p:tag name="AS_UNIQUEID" val="8355"/>
</p:tagLst>
</file>

<file path=ppt/tags/tag240.xml><?xml version="1.0" encoding="utf-8"?>
<p:tagLst xmlns:p="http://schemas.openxmlformats.org/presentationml/2006/main">
  <p:tag name="AS_UNIQUEID" val="8356"/>
</p:tagLst>
</file>

<file path=ppt/tags/tag241.xml><?xml version="1.0" encoding="utf-8"?>
<p:tagLst xmlns:p="http://schemas.openxmlformats.org/presentationml/2006/main">
  <p:tag name="AS_UNIQUEID" val="8357"/>
</p:tagLst>
</file>

<file path=ppt/tags/tag242.xml><?xml version="1.0" encoding="utf-8"?>
<p:tagLst xmlns:p="http://schemas.openxmlformats.org/presentationml/2006/main">
  <p:tag name="AS_UNIQUEID" val="8358"/>
</p:tagLst>
</file>

<file path=ppt/tags/tag243.xml><?xml version="1.0" encoding="utf-8"?>
<p:tagLst xmlns:p="http://schemas.openxmlformats.org/presentationml/2006/main">
  <p:tag name="AS_UNIQUEID" val="8359"/>
</p:tagLst>
</file>

<file path=ppt/tags/tag244.xml><?xml version="1.0" encoding="utf-8"?>
<p:tagLst xmlns:p="http://schemas.openxmlformats.org/presentationml/2006/main">
  <p:tag name="AS_UNIQUEID" val="8360"/>
</p:tagLst>
</file>

<file path=ppt/tags/tag245.xml><?xml version="1.0" encoding="utf-8"?>
<p:tagLst xmlns:p="http://schemas.openxmlformats.org/presentationml/2006/main">
  <p:tag name="AS_UNIQUEID" val="8361"/>
</p:tagLst>
</file>

<file path=ppt/tags/tag246.xml><?xml version="1.0" encoding="utf-8"?>
<p:tagLst xmlns:p="http://schemas.openxmlformats.org/presentationml/2006/main">
  <p:tag name="AS_UNIQUEID" val="8362"/>
</p:tagLst>
</file>

<file path=ppt/tags/tag247.xml><?xml version="1.0" encoding="utf-8"?>
<p:tagLst xmlns:p="http://schemas.openxmlformats.org/presentationml/2006/main">
  <p:tag name="AS_UNIQUEID" val="8363"/>
</p:tagLst>
</file>

<file path=ppt/tags/tag248.xml><?xml version="1.0" encoding="utf-8"?>
<p:tagLst xmlns:p="http://schemas.openxmlformats.org/presentationml/2006/main">
  <p:tag name="AS_UNIQUEID" val="8364"/>
</p:tagLst>
</file>

<file path=ppt/tags/tag249.xml><?xml version="1.0" encoding="utf-8"?>
<p:tagLst xmlns:p="http://schemas.openxmlformats.org/presentationml/2006/main">
  <p:tag name="AS_UNIQUEID" val="8365"/>
</p:tagLst>
</file>

<file path=ppt/tags/tag250.xml><?xml version="1.0" encoding="utf-8"?>
<p:tagLst xmlns:p="http://schemas.openxmlformats.org/presentationml/2006/main">
  <p:tag name="AS_UNIQUEID" val="8366"/>
</p:tagLst>
</file>

<file path=ppt/tags/tag251.xml><?xml version="1.0" encoding="utf-8"?>
<p:tagLst xmlns:p="http://schemas.openxmlformats.org/presentationml/2006/main">
  <p:tag name="AS_UNIQUEID" val="8367"/>
</p:tagLst>
</file>

<file path=ppt/tags/tag252.xml><?xml version="1.0" encoding="utf-8"?>
<p:tagLst xmlns:p="http://schemas.openxmlformats.org/presentationml/2006/main">
  <p:tag name="AS_UNIQUEID" val="8368"/>
</p:tagLst>
</file>

<file path=ppt/tags/tag253.xml><?xml version="1.0" encoding="utf-8"?>
<p:tagLst xmlns:p="http://schemas.openxmlformats.org/presentationml/2006/main">
  <p:tag name="AS_UNIQUEID" val="8369"/>
</p:tagLst>
</file>

<file path=ppt/tags/tag254.xml><?xml version="1.0" encoding="utf-8"?>
<p:tagLst xmlns:p="http://schemas.openxmlformats.org/presentationml/2006/main">
  <p:tag name="AS_UNIQUEID" val="8370"/>
</p:tagLst>
</file>

<file path=ppt/tags/tag255.xml><?xml version="1.0" encoding="utf-8"?>
<p:tagLst xmlns:p="http://schemas.openxmlformats.org/presentationml/2006/main">
  <p:tag name="AS_UNIQUEID" val="8371"/>
</p:tagLst>
</file>

<file path=ppt/tags/tag256.xml><?xml version="1.0" encoding="utf-8"?>
<p:tagLst xmlns:p="http://schemas.openxmlformats.org/presentationml/2006/main">
  <p:tag name="AS_UNIQUEID" val="8372"/>
</p:tagLst>
</file>

<file path=ppt/tags/tag257.xml><?xml version="1.0" encoding="utf-8"?>
<p:tagLst xmlns:p="http://schemas.openxmlformats.org/presentationml/2006/main">
  <p:tag name="AS_UNIQUEID" val="8373"/>
</p:tagLst>
</file>

<file path=ppt/tags/tag258.xml><?xml version="1.0" encoding="utf-8"?>
<p:tagLst xmlns:p="http://schemas.openxmlformats.org/presentationml/2006/main">
  <p:tag name="AS_UNIQUEID" val="8374"/>
</p:tagLst>
</file>

<file path=ppt/tags/tag259.xml><?xml version="1.0" encoding="utf-8"?>
<p:tagLst xmlns:p="http://schemas.openxmlformats.org/presentationml/2006/main">
  <p:tag name="AS_UNIQUEID" val="8375"/>
</p:tagLst>
</file>

<file path=ppt/tags/tag260.xml><?xml version="1.0" encoding="utf-8"?>
<p:tagLst xmlns:p="http://schemas.openxmlformats.org/presentationml/2006/main">
  <p:tag name="AS_UNIQUEID" val="8376"/>
</p:tagLst>
</file>

<file path=ppt/tags/tag261.xml><?xml version="1.0" encoding="utf-8"?>
<p:tagLst xmlns:p="http://schemas.openxmlformats.org/presentationml/2006/main">
  <p:tag name="AS_UNIQUEID" val="8377"/>
</p:tagLst>
</file>

<file path=ppt/tags/tag262.xml><?xml version="1.0" encoding="utf-8"?>
<p:tagLst xmlns:p="http://schemas.openxmlformats.org/presentationml/2006/main">
  <p:tag name="AS_UNIQUEID" val="8378"/>
</p:tagLst>
</file>

<file path=ppt/tags/tag263.xml><?xml version="1.0" encoding="utf-8"?>
<p:tagLst xmlns:p="http://schemas.openxmlformats.org/presentationml/2006/main">
  <p:tag name="AS_UNIQUEID" val="8379"/>
</p:tagLst>
</file>

<file path=ppt/tags/tag264.xml><?xml version="1.0" encoding="utf-8"?>
<p:tagLst xmlns:p="http://schemas.openxmlformats.org/presentationml/2006/main">
  <p:tag name="AS_UNIQUEID" val="8380"/>
</p:tagLst>
</file>

<file path=ppt/tags/tag265.xml><?xml version="1.0" encoding="utf-8"?>
<p:tagLst xmlns:p="http://schemas.openxmlformats.org/presentationml/2006/main">
  <p:tag name="AS_UNIQUEID" val="8381"/>
</p:tagLst>
</file>

<file path=ppt/tags/tag266.xml><?xml version="1.0" encoding="utf-8"?>
<p:tagLst xmlns:p="http://schemas.openxmlformats.org/presentationml/2006/main">
  <p:tag name="AS_UNIQUEID" val="8382"/>
</p:tagLst>
</file>

<file path=ppt/tags/tag267.xml><?xml version="1.0" encoding="utf-8"?>
<p:tagLst xmlns:p="http://schemas.openxmlformats.org/presentationml/2006/main">
  <p:tag name="AS_UNIQUEID" val="8383"/>
</p:tagLst>
</file>

<file path=ppt/tags/tag268.xml><?xml version="1.0" encoding="utf-8"?>
<p:tagLst xmlns:p="http://schemas.openxmlformats.org/presentationml/2006/main">
  <p:tag name="AS_UNIQUEID" val="8384"/>
</p:tagLst>
</file>

<file path=ppt/tags/tag269.xml><?xml version="1.0" encoding="utf-8"?>
<p:tagLst xmlns:p="http://schemas.openxmlformats.org/presentationml/2006/main">
  <p:tag name="AS_UNIQUEID" val="8385"/>
</p:tagLst>
</file>

<file path=ppt/tags/tag270.xml><?xml version="1.0" encoding="utf-8"?>
<p:tagLst xmlns:p="http://schemas.openxmlformats.org/presentationml/2006/main">
  <p:tag name="AS_UNIQUEID" val="8386"/>
</p:tagLst>
</file>

<file path=ppt/tags/tag271.xml><?xml version="1.0" encoding="utf-8"?>
<p:tagLst xmlns:p="http://schemas.openxmlformats.org/presentationml/2006/main">
  <p:tag name="AS_UNIQUEID" val="8387"/>
</p:tagLst>
</file>

<file path=ppt/tags/tag272.xml><?xml version="1.0" encoding="utf-8"?>
<p:tagLst xmlns:p="http://schemas.openxmlformats.org/presentationml/2006/main">
  <p:tag name="AS_UNIQUEID" val="8388"/>
</p:tagLst>
</file>

<file path=ppt/tags/tag273.xml><?xml version="1.0" encoding="utf-8"?>
<p:tagLst xmlns:p="http://schemas.openxmlformats.org/presentationml/2006/main">
  <p:tag name="AS_UNIQUEID" val="8389"/>
</p:tagLst>
</file>

<file path=ppt/tags/tag274.xml><?xml version="1.0" encoding="utf-8"?>
<p:tagLst xmlns:p="http://schemas.openxmlformats.org/presentationml/2006/main">
  <p:tag name="AS_UNIQUEID" val="8390"/>
</p:tagLst>
</file>

<file path=ppt/tags/tag275.xml><?xml version="1.0" encoding="utf-8"?>
<p:tagLst xmlns:p="http://schemas.openxmlformats.org/presentationml/2006/main">
  <p:tag name="AS_UNIQUEID" val="8391"/>
</p:tagLst>
</file>

<file path=ppt/tags/tag276.xml><?xml version="1.0" encoding="utf-8"?>
<p:tagLst xmlns:p="http://schemas.openxmlformats.org/presentationml/2006/main">
  <p:tag name="AS_UNIQUEID" val="8392"/>
</p:tagLst>
</file>

<file path=ppt/tags/tag277.xml><?xml version="1.0" encoding="utf-8"?>
<p:tagLst xmlns:p="http://schemas.openxmlformats.org/presentationml/2006/main">
  <p:tag name="AS_UNIQUEID" val="8393"/>
</p:tagLst>
</file>

<file path=ppt/tags/tag278.xml><?xml version="1.0" encoding="utf-8"?>
<p:tagLst xmlns:p="http://schemas.openxmlformats.org/presentationml/2006/main">
  <p:tag name="AS_UNIQUEID" val="8394"/>
</p:tagLst>
</file>

<file path=ppt/tags/tag279.xml><?xml version="1.0" encoding="utf-8"?>
<p:tagLst xmlns:p="http://schemas.openxmlformats.org/presentationml/2006/main">
  <p:tag name="AS_UNIQUEID" val="8395"/>
</p:tagLst>
</file>

<file path=ppt/tags/tag280.xml><?xml version="1.0" encoding="utf-8"?>
<p:tagLst xmlns:p="http://schemas.openxmlformats.org/presentationml/2006/main">
  <p:tag name="AS_UNIQUEID" val="8396"/>
</p:tagLst>
</file>

<file path=ppt/tags/tag281.xml><?xml version="1.0" encoding="utf-8"?>
<p:tagLst xmlns:p="http://schemas.openxmlformats.org/presentationml/2006/main">
  <p:tag name="AS_UNIQUEID" val="8397"/>
</p:tagLst>
</file>

<file path=ppt/tags/tag282.xml><?xml version="1.0" encoding="utf-8"?>
<p:tagLst xmlns:p="http://schemas.openxmlformats.org/presentationml/2006/main">
  <p:tag name="AS_UNIQUEID" val="8398"/>
</p:tagLst>
</file>

<file path=ppt/tags/tag283.xml><?xml version="1.0" encoding="utf-8"?>
<p:tagLst xmlns:p="http://schemas.openxmlformats.org/presentationml/2006/main">
  <p:tag name="AS_UNIQUEID" val="8399"/>
</p:tagLst>
</file>

<file path=ppt/tags/tag284.xml><?xml version="1.0" encoding="utf-8"?>
<p:tagLst xmlns:p="http://schemas.openxmlformats.org/presentationml/2006/main">
  <p:tag name="AS_UNIQUEID" val="8400"/>
</p:tagLst>
</file>

<file path=ppt/tags/tag285.xml><?xml version="1.0" encoding="utf-8"?>
<p:tagLst xmlns:p="http://schemas.openxmlformats.org/presentationml/2006/main">
  <p:tag name="AS_UNIQUEID" val="8401"/>
</p:tagLst>
</file>

<file path=ppt/tags/tag286.xml><?xml version="1.0" encoding="utf-8"?>
<p:tagLst xmlns:p="http://schemas.openxmlformats.org/presentationml/2006/main">
  <p:tag name="AS_UNIQUEID" val="8402"/>
</p:tagLst>
</file>

<file path=ppt/tags/tag287.xml><?xml version="1.0" encoding="utf-8"?>
<p:tagLst xmlns:p="http://schemas.openxmlformats.org/presentationml/2006/main">
  <p:tag name="AS_UNIQUEID" val="8403"/>
</p:tagLst>
</file>

<file path=ppt/tags/tag288.xml><?xml version="1.0" encoding="utf-8"?>
<p:tagLst xmlns:p="http://schemas.openxmlformats.org/presentationml/2006/main">
  <p:tag name="AS_UNIQUEID" val="8404"/>
</p:tagLst>
</file>

<file path=ppt/tags/tag289.xml><?xml version="1.0" encoding="utf-8"?>
<p:tagLst xmlns:p="http://schemas.openxmlformats.org/presentationml/2006/main">
  <p:tag name="AS_UNIQUEID" val="8405"/>
</p:tagLst>
</file>

<file path=ppt/tags/tag290.xml><?xml version="1.0" encoding="utf-8"?>
<p:tagLst xmlns:p="http://schemas.openxmlformats.org/presentationml/2006/main">
  <p:tag name="AS_UNIQUEID" val="8406"/>
</p:tagLst>
</file>

<file path=ppt/tags/tag291.xml><?xml version="1.0" encoding="utf-8"?>
<p:tagLst xmlns:p="http://schemas.openxmlformats.org/presentationml/2006/main">
  <p:tag name="AS_UNIQUEID" val="8407"/>
</p:tagLst>
</file>

<file path=ppt/tags/tag292.xml><?xml version="1.0" encoding="utf-8"?>
<p:tagLst xmlns:p="http://schemas.openxmlformats.org/presentationml/2006/main">
  <p:tag name="AS_UNIQUEID" val="8408"/>
</p:tagLst>
</file>

<file path=ppt/tags/tag293.xml><?xml version="1.0" encoding="utf-8"?>
<p:tagLst xmlns:p="http://schemas.openxmlformats.org/presentationml/2006/main">
  <p:tag name="AS_UNIQUEID" val="8409"/>
</p:tagLst>
</file>

<file path=ppt/tags/tag294.xml><?xml version="1.0" encoding="utf-8"?>
<p:tagLst xmlns:p="http://schemas.openxmlformats.org/presentationml/2006/main">
  <p:tag name="AS_UNIQUEID" val="8410"/>
</p:tagLst>
</file>

<file path=ppt/tags/tag295.xml><?xml version="1.0" encoding="utf-8"?>
<p:tagLst xmlns:p="http://schemas.openxmlformats.org/presentationml/2006/main">
  <p:tag name="AS_UNIQUEID" val="8411"/>
</p:tagLst>
</file>

<file path=ppt/tags/tag296.xml><?xml version="1.0" encoding="utf-8"?>
<p:tagLst xmlns:p="http://schemas.openxmlformats.org/presentationml/2006/main">
  <p:tag name="AS_UNIQUEID" val="8412"/>
</p:tagLst>
</file>

<file path=ppt/tags/tag297.xml><?xml version="1.0" encoding="utf-8"?>
<p:tagLst xmlns:p="http://schemas.openxmlformats.org/presentationml/2006/main">
  <p:tag name="AS_UNIQUEID" val="8413"/>
</p:tagLst>
</file>

<file path=ppt/tags/tag298.xml><?xml version="1.0" encoding="utf-8"?>
<p:tagLst xmlns:p="http://schemas.openxmlformats.org/presentationml/2006/main">
  <p:tag name="AS_UNIQUEID" val="8414"/>
</p:tagLst>
</file>

<file path=ppt/tags/tag299.xml><?xml version="1.0" encoding="utf-8"?>
<p:tagLst xmlns:p="http://schemas.openxmlformats.org/presentationml/2006/main">
  <p:tag name="AS_UNIQUEID" val="8415"/>
</p:tagLst>
</file>

<file path=ppt/tags/tag300.xml><?xml version="1.0" encoding="utf-8"?>
<p:tagLst xmlns:p="http://schemas.openxmlformats.org/presentationml/2006/main">
  <p:tag name="AS_UNIQUEID" val="8416"/>
</p:tagLst>
</file>

<file path=ppt/tags/tag301.xml><?xml version="1.0" encoding="utf-8"?>
<p:tagLst xmlns:p="http://schemas.openxmlformats.org/presentationml/2006/main">
  <p:tag name="AS_UNIQUEID" val="8417"/>
</p:tagLst>
</file>

<file path=ppt/tags/tag302.xml><?xml version="1.0" encoding="utf-8"?>
<p:tagLst xmlns:p="http://schemas.openxmlformats.org/presentationml/2006/main">
  <p:tag name="AS_UNIQUEID" val="8418"/>
</p:tagLst>
</file>

<file path=ppt/tags/tag303.xml><?xml version="1.0" encoding="utf-8"?>
<p:tagLst xmlns:p="http://schemas.openxmlformats.org/presentationml/2006/main">
  <p:tag name="AS_UNIQUEID" val="8419"/>
</p:tagLst>
</file>

<file path=ppt/tags/tag304.xml><?xml version="1.0" encoding="utf-8"?>
<p:tagLst xmlns:p="http://schemas.openxmlformats.org/presentationml/2006/main">
  <p:tag name="AS_UNIQUEID" val="8420"/>
</p:tagLst>
</file>

<file path=ppt/tags/tag305.xml><?xml version="1.0" encoding="utf-8"?>
<p:tagLst xmlns:p="http://schemas.openxmlformats.org/presentationml/2006/main">
  <p:tag name="AS_UNIQUEID" val="8421"/>
</p:tagLst>
</file>

<file path=ppt/tags/tag306.xml><?xml version="1.0" encoding="utf-8"?>
<p:tagLst xmlns:p="http://schemas.openxmlformats.org/presentationml/2006/main">
  <p:tag name="AS_UNIQUEID" val="8422"/>
</p:tagLst>
</file>

<file path=ppt/tags/tag307.xml><?xml version="1.0" encoding="utf-8"?>
<p:tagLst xmlns:p="http://schemas.openxmlformats.org/presentationml/2006/main">
  <p:tag name="AS_UNIQUEID" val="8423"/>
</p:tagLst>
</file>

<file path=ppt/tags/tag308.xml><?xml version="1.0" encoding="utf-8"?>
<p:tagLst xmlns:p="http://schemas.openxmlformats.org/presentationml/2006/main">
  <p:tag name="AS_UNIQUEID" val="8424"/>
</p:tagLst>
</file>

<file path=ppt/tags/tag309.xml><?xml version="1.0" encoding="utf-8"?>
<p:tagLst xmlns:p="http://schemas.openxmlformats.org/presentationml/2006/main">
  <p:tag name="AS_UNIQUEID" val="8425"/>
</p:tagLst>
</file>

<file path=ppt/tags/tag310.xml><?xml version="1.0" encoding="utf-8"?>
<p:tagLst xmlns:p="http://schemas.openxmlformats.org/presentationml/2006/main">
  <p:tag name="AS_UNIQUEID" val="8426"/>
</p:tagLst>
</file>

<file path=ppt/tags/tag311.xml><?xml version="1.0" encoding="utf-8"?>
<p:tagLst xmlns:p="http://schemas.openxmlformats.org/presentationml/2006/main">
  <p:tag name="AS_UNIQUEID" val="8427"/>
</p:tagLst>
</file>

<file path=ppt/tags/tag312.xml><?xml version="1.0" encoding="utf-8"?>
<p:tagLst xmlns:p="http://schemas.openxmlformats.org/presentationml/2006/main">
  <p:tag name="AS_UNIQUEID" val="8428"/>
</p:tagLst>
</file>

<file path=ppt/tags/tag313.xml><?xml version="1.0" encoding="utf-8"?>
<p:tagLst xmlns:p="http://schemas.openxmlformats.org/presentationml/2006/main">
  <p:tag name="AS_UNIQUEID" val="8429"/>
</p:tagLst>
</file>

<file path=ppt/tags/tag314.xml><?xml version="1.0" encoding="utf-8"?>
<p:tagLst xmlns:p="http://schemas.openxmlformats.org/presentationml/2006/main">
  <p:tag name="AS_UNIQUEID" val="8430"/>
</p:tagLst>
</file>

<file path=ppt/tags/tag315.xml><?xml version="1.0" encoding="utf-8"?>
<p:tagLst xmlns:p="http://schemas.openxmlformats.org/presentationml/2006/main">
  <p:tag name="AS_UNIQUEID" val="8431"/>
</p:tagLst>
</file>

<file path=ppt/tags/tag316.xml><?xml version="1.0" encoding="utf-8"?>
<p:tagLst xmlns:p="http://schemas.openxmlformats.org/presentationml/2006/main">
  <p:tag name="AS_UNIQUEID" val="8432"/>
</p:tagLst>
</file>

<file path=ppt/tags/tag317.xml><?xml version="1.0" encoding="utf-8"?>
<p:tagLst xmlns:p="http://schemas.openxmlformats.org/presentationml/2006/main">
  <p:tag name="AS_UNIQUEID" val="8433"/>
</p:tagLst>
</file>

<file path=ppt/tags/tag318.xml><?xml version="1.0" encoding="utf-8"?>
<p:tagLst xmlns:p="http://schemas.openxmlformats.org/presentationml/2006/main">
  <p:tag name="AS_UNIQUEID" val="8434"/>
</p:tagLst>
</file>

<file path=ppt/tags/tag319.xml><?xml version="1.0" encoding="utf-8"?>
<p:tagLst xmlns:p="http://schemas.openxmlformats.org/presentationml/2006/main">
  <p:tag name="AS_UNIQUEID" val="8435"/>
</p:tagLst>
</file>

<file path=ppt/tags/tag320.xml><?xml version="1.0" encoding="utf-8"?>
<p:tagLst xmlns:p="http://schemas.openxmlformats.org/presentationml/2006/main">
  <p:tag name="AS_UNIQUEID" val="8436"/>
  <p:tag name="KSO_WM_UNIT_PLACING_PICTURE_USER_VIEWPORT" val="{&quot;height&quot;:4962.500787401575,&quot;width&quot;:5732.499212598425}"/>
</p:tagLst>
</file>

<file path=ppt/tags/tag321.xml><?xml version="1.0" encoding="utf-8"?>
<p:tagLst xmlns:p="http://schemas.openxmlformats.org/presentationml/2006/main">
  <p:tag name="AS_UNIQUEID" val="8437"/>
</p:tagLst>
</file>

<file path=ppt/tags/tag322.xml><?xml version="1.0" encoding="utf-8"?>
<p:tagLst xmlns:p="http://schemas.openxmlformats.org/presentationml/2006/main">
  <p:tag name="AS_UNIQUEID" val="8438"/>
</p:tagLst>
</file>

<file path=ppt/tags/tag323.xml><?xml version="1.0" encoding="utf-8"?>
<p:tagLst xmlns:p="http://schemas.openxmlformats.org/presentationml/2006/main">
  <p:tag name="AS_UNIQUEID" val="8439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4.xml><?xml version="1.0" encoding="utf-8"?>
<p:tagLst xmlns:p="http://schemas.openxmlformats.org/presentationml/2006/main">
  <p:tag name="AS_UNIQUEID" val="8440"/>
  <p:tag name="KSO_WM_BEAUTIFY_FLAG" val=""/>
</p:tagLst>
</file>

<file path=ppt/tags/tag325.xml><?xml version="1.0" encoding="utf-8"?>
<p:tagLst xmlns:p="http://schemas.openxmlformats.org/presentationml/2006/main">
  <p:tag name="AS_UNIQUEID" val="8441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6.xml><?xml version="1.0" encoding="utf-8"?>
<p:tagLst xmlns:p="http://schemas.openxmlformats.org/presentationml/2006/main">
  <p:tag name="AS_UNIQUEID" val="8442"/>
  <p:tag name="KSO_WM_BEAUTIFY_FLAG" val=""/>
</p:tagLst>
</file>

<file path=ppt/tags/tag327.xml><?xml version="1.0" encoding="utf-8"?>
<p:tagLst xmlns:p="http://schemas.openxmlformats.org/presentationml/2006/main">
  <p:tag name="AS_UNIQUEID" val="8443"/>
</p:tagLst>
</file>

<file path=ppt/tags/tag328.xml><?xml version="1.0" encoding="utf-8"?>
<p:tagLst xmlns:p="http://schemas.openxmlformats.org/presentationml/2006/main">
  <p:tag name="AS_UNIQUEID" val="8444"/>
</p:tagLst>
</file>

<file path=ppt/tags/tag329.xml><?xml version="1.0" encoding="utf-8"?>
<p:tagLst xmlns:p="http://schemas.openxmlformats.org/presentationml/2006/main">
  <p:tag name="AS_UNIQUEID" val="8445"/>
</p:tagLst>
</file>

<file path=ppt/tags/tag330.xml><?xml version="1.0" encoding="utf-8"?>
<p:tagLst xmlns:p="http://schemas.openxmlformats.org/presentationml/2006/main">
  <p:tag name="AS_UNIQUEID" val="8446"/>
</p:tagLst>
</file>

<file path=ppt/tags/tag331.xml><?xml version="1.0" encoding="utf-8"?>
<p:tagLst xmlns:p="http://schemas.openxmlformats.org/presentationml/2006/main">
  <p:tag name="AS_UNIQUEID" val="8447"/>
</p:tagLst>
</file>

<file path=ppt/tags/tag332.xml><?xml version="1.0" encoding="utf-8"?>
<p:tagLst xmlns:p="http://schemas.openxmlformats.org/presentationml/2006/main">
  <p:tag name="AS_UNIQUEID" val="8448"/>
</p:tagLst>
</file>

<file path=ppt/tags/tag333.xml><?xml version="1.0" encoding="utf-8"?>
<p:tagLst xmlns:p="http://schemas.openxmlformats.org/presentationml/2006/main">
  <p:tag name="AS_UNIQUEID" val="8449"/>
</p:tagLst>
</file>

<file path=ppt/tags/tag334.xml><?xml version="1.0" encoding="utf-8"?>
<p:tagLst xmlns:p="http://schemas.openxmlformats.org/presentationml/2006/main">
  <p:tag name="AS_UNIQUEID" val="8450"/>
</p:tagLst>
</file>

<file path=ppt/tags/tag335.xml><?xml version="1.0" encoding="utf-8"?>
<p:tagLst xmlns:p="http://schemas.openxmlformats.org/presentationml/2006/main">
  <p:tag name="AS_UNIQUEID" val="8451"/>
</p:tagLst>
</file>

<file path=ppt/tags/tag336.xml><?xml version="1.0" encoding="utf-8"?>
<p:tagLst xmlns:p="http://schemas.openxmlformats.org/presentationml/2006/main">
  <p:tag name="AS_UNIQUEID" val="8452"/>
</p:tagLst>
</file>

<file path=ppt/tags/tag337.xml><?xml version="1.0" encoding="utf-8"?>
<p:tagLst xmlns:p="http://schemas.openxmlformats.org/presentationml/2006/main">
  <p:tag name="AS_UNIQUEID" val="8453"/>
</p:tagLst>
</file>

<file path=ppt/tags/tag338.xml><?xml version="1.0" encoding="utf-8"?>
<p:tagLst xmlns:p="http://schemas.openxmlformats.org/presentationml/2006/main">
  <p:tag name="AS_UNIQUEID" val="8454"/>
</p:tagLst>
</file>

<file path=ppt/tags/tag339.xml><?xml version="1.0" encoding="utf-8"?>
<p:tagLst xmlns:p="http://schemas.openxmlformats.org/presentationml/2006/main">
  <p:tag name="AS_UNIQUEID" val="8455"/>
  <p:tag name="KSO_WM_BEAUTIFY_FLAG" val=""/>
</p:tagLst>
</file>

<file path=ppt/tags/tag340.xml><?xml version="1.0" encoding="utf-8"?>
<p:tagLst xmlns:p="http://schemas.openxmlformats.org/presentationml/2006/main">
  <p:tag name="AS_UNIQUEID" val="596"/>
</p:tagLst>
</file>

<file path=ppt/tags/tag341.xml><?xml version="1.0" encoding="utf-8"?>
<p:tagLst xmlns:p="http://schemas.openxmlformats.org/presentationml/2006/main">
  <p:tag name="AS_UNIQUEID" val="597"/>
</p:tagLst>
</file>

<file path=ppt/tags/tag342.xml><?xml version="1.0" encoding="utf-8"?>
<p:tagLst xmlns:p="http://schemas.openxmlformats.org/presentationml/2006/main">
  <p:tag name="AS_UNIQUEID" val="8456"/>
</p:tagLst>
</file>

<file path=ppt/tags/tag343.xml><?xml version="1.0" encoding="utf-8"?>
<p:tagLst xmlns:p="http://schemas.openxmlformats.org/presentationml/2006/main">
  <p:tag name="AS_UNIQUEID" val="8457"/>
</p:tagLst>
</file>

<file path=ppt/tags/tag344.xml><?xml version="1.0" encoding="utf-8"?>
<p:tagLst xmlns:p="http://schemas.openxmlformats.org/presentationml/2006/main">
  <p:tag name="AS_UNIQUEID" val="8458"/>
</p:tagLst>
</file>

<file path=ppt/tags/tag345.xml><?xml version="1.0" encoding="utf-8"?>
<p:tagLst xmlns:p="http://schemas.openxmlformats.org/presentationml/2006/main">
  <p:tag name="AS_UNIQUEID" val="8459"/>
</p:tagLst>
</file>

<file path=ppt/tags/tag346.xml><?xml version="1.0" encoding="utf-8"?>
<p:tagLst xmlns:p="http://schemas.openxmlformats.org/presentationml/2006/main">
  <p:tag name="AS_UNIQUEID" val="8460"/>
</p:tagLst>
</file>

<file path=ppt/tags/tag347.xml><?xml version="1.0" encoding="utf-8"?>
<p:tagLst xmlns:p="http://schemas.openxmlformats.org/presentationml/2006/main">
  <p:tag name="AS_UNIQUEID" val="8461"/>
</p:tagLst>
</file>

<file path=ppt/tags/tag348.xml><?xml version="1.0" encoding="utf-8"?>
<p:tagLst xmlns:p="http://schemas.openxmlformats.org/presentationml/2006/main">
  <p:tag name="AS_UNIQUEID" val="8462"/>
</p:tagLst>
</file>

<file path=ppt/tags/tag349.xml><?xml version="1.0" encoding="utf-8"?>
<p:tagLst xmlns:p="http://schemas.openxmlformats.org/presentationml/2006/main">
  <p:tag name="AS_UNIQUEID" val="598"/>
</p:tagLst>
</file>

<file path=ppt/tags/tag350.xml><?xml version="1.0" encoding="utf-8"?>
<p:tagLst xmlns:p="http://schemas.openxmlformats.org/presentationml/2006/main">
  <p:tag name="AS_UNIQUEID" val="602"/>
</p:tagLst>
</file>

<file path=ppt/tags/tag351.xml><?xml version="1.0" encoding="utf-8"?>
<p:tagLst xmlns:p="http://schemas.openxmlformats.org/presentationml/2006/main">
  <p:tag name="AS_UNIQUEID" val="603"/>
</p:tagLst>
</file>

<file path=ppt/tags/tag352.xml><?xml version="1.0" encoding="utf-8"?>
<p:tagLst xmlns:p="http://schemas.openxmlformats.org/presentationml/2006/main">
  <p:tag name="AS_UNIQUEID" val="8463"/>
</p:tagLst>
</file>

<file path=ppt/tags/tag353.xml><?xml version="1.0" encoding="utf-8"?>
<p:tagLst xmlns:p="http://schemas.openxmlformats.org/presentationml/2006/main">
  <p:tag name="AS_UNIQUEID" val="598"/>
</p:tagLst>
</file>

<file path=ppt/tags/tag354.xml><?xml version="1.0" encoding="utf-8"?>
<p:tagLst xmlns:p="http://schemas.openxmlformats.org/presentationml/2006/main">
  <p:tag name="AS_UNIQUEID" val="599"/>
</p:tagLst>
</file>

<file path=ppt/tags/tag355.xml><?xml version="1.0" encoding="utf-8"?>
<p:tagLst xmlns:p="http://schemas.openxmlformats.org/presentationml/2006/main">
  <p:tag name="AS_UNIQUEID" val="600"/>
</p:tagLst>
</file>

<file path=ppt/tags/tag356.xml><?xml version="1.0" encoding="utf-8"?>
<p:tagLst xmlns:p="http://schemas.openxmlformats.org/presentationml/2006/main">
  <p:tag name="AS_UNIQUEID" val="601"/>
</p:tagLst>
</file>

<file path=ppt/tags/tag357.xml><?xml version="1.0" encoding="utf-8"?>
<p:tagLst xmlns:p="http://schemas.openxmlformats.org/presentationml/2006/main">
  <p:tag name="AS_UNIQUEID" val="602"/>
</p:tagLst>
</file>

<file path=ppt/tags/tag358.xml><?xml version="1.0" encoding="utf-8"?>
<p:tagLst xmlns:p="http://schemas.openxmlformats.org/presentationml/2006/main">
  <p:tag name="AS_UNIQUEID" val="603"/>
</p:tagLst>
</file>

<file path=ppt/tags/tag359.xml><?xml version="1.0" encoding="utf-8"?>
<p:tagLst xmlns:p="http://schemas.openxmlformats.org/presentationml/2006/main">
  <p:tag name="AS_UNIQUEID" val="604"/>
</p:tagLst>
</file>

<file path=ppt/tags/tag360.xml><?xml version="1.0" encoding="utf-8"?>
<p:tagLst xmlns:p="http://schemas.openxmlformats.org/presentationml/2006/main">
  <p:tag name="AS_UNIQUEID" val="605"/>
</p:tagLst>
</file>

<file path=ppt/tags/tag361.xml><?xml version="1.0" encoding="utf-8"?>
<p:tagLst xmlns:p="http://schemas.openxmlformats.org/presentationml/2006/main">
  <p:tag name="AS_UNIQUEID" val="606"/>
</p:tagLst>
</file>

<file path=ppt/tags/tag362.xml><?xml version="1.0" encoding="utf-8"?>
<p:tagLst xmlns:p="http://schemas.openxmlformats.org/presentationml/2006/main">
  <p:tag name="AS_UNIQUEID" val="607"/>
</p:tagLst>
</file>

<file path=ppt/tags/tag363.xml><?xml version="1.0" encoding="utf-8"?>
<p:tagLst xmlns:p="http://schemas.openxmlformats.org/presentationml/2006/main">
  <p:tag name="AS_UNIQUEID" val="608"/>
</p:tagLst>
</file>

<file path=ppt/tags/tag364.xml><?xml version="1.0" encoding="utf-8"?>
<p:tagLst xmlns:p="http://schemas.openxmlformats.org/presentationml/2006/main">
  <p:tag name="AS_UNIQUEID" val="609"/>
</p:tagLst>
</file>

<file path=ppt/tags/tag365.xml><?xml version="1.0" encoding="utf-8"?>
<p:tagLst xmlns:p="http://schemas.openxmlformats.org/presentationml/2006/main">
  <p:tag name="AS_UNIQUEID" val="8464"/>
  <p:tag name="KSO_WM_BEAUTIFY_FLAG" val=""/>
</p:tagLst>
</file>

<file path=ppt/tags/tag366.xml><?xml version="1.0" encoding="utf-8"?>
<p:tagLst xmlns:p="http://schemas.openxmlformats.org/presentationml/2006/main">
  <p:tag name="AS_UNIQUEID" val="8465"/>
  <p:tag name="KSO_WM_BEAUTIFY_FLAG" val=""/>
</p:tagLst>
</file>

<file path=ppt/tags/tag367.xml><?xml version="1.0" encoding="utf-8"?>
<p:tagLst xmlns:p="http://schemas.openxmlformats.org/presentationml/2006/main">
  <p:tag name="AS_UNIQUEID" val="8466"/>
  <p:tag name="KSO_WM_BEAUTIFY_FLAG" val=""/>
</p:tagLst>
</file>

<file path=ppt/tags/tag368.xml><?xml version="1.0" encoding="utf-8"?>
<p:tagLst xmlns:p="http://schemas.openxmlformats.org/presentationml/2006/main">
  <p:tag name="AS_UNIQUEID" val="8467"/>
</p:tagLst>
</file>

<file path=ppt/tags/tag369.xml><?xml version="1.0" encoding="utf-8"?>
<p:tagLst xmlns:p="http://schemas.openxmlformats.org/presentationml/2006/main">
  <p:tag name="AS_UNIQUEID" val="8468"/>
</p:tagLst>
</file>

<file path=ppt/tags/tag370.xml><?xml version="1.0" encoding="utf-8"?>
<p:tagLst xmlns:p="http://schemas.openxmlformats.org/presentationml/2006/main">
  <p:tag name="AS_UNIQUEID" val="626"/>
  <p:tag name="KSO_WM_BEAUTIFY_FLAG" val=""/>
</p:tagLst>
</file>

<file path=ppt/tags/tag371.xml><?xml version="1.0" encoding="utf-8"?>
<p:tagLst xmlns:p="http://schemas.openxmlformats.org/presentationml/2006/main">
  <p:tag name="AS_UNIQUEID" val="627"/>
  <p:tag name="KSO_WM_BEAUTIFY_FLAG" val=""/>
</p:tagLst>
</file>

<file path=ppt/tags/tag372.xml><?xml version="1.0" encoding="utf-8"?>
<p:tagLst xmlns:p="http://schemas.openxmlformats.org/presentationml/2006/main">
  <p:tag name="AS_UNIQUEID" val="628"/>
  <p:tag name="KSO_WM_BEAUTIFY_FLAG" val=""/>
</p:tagLst>
</file>

<file path=ppt/tags/tag373.xml><?xml version="1.0" encoding="utf-8"?>
<p:tagLst xmlns:p="http://schemas.openxmlformats.org/presentationml/2006/main">
  <p:tag name="AS_UNIQUEID" val="629"/>
  <p:tag name="KSO_WM_BEAUTIFY_FLAG" val=""/>
</p:tagLst>
</file>

<file path=ppt/tags/tag374.xml><?xml version="1.0" encoding="utf-8"?>
<p:tagLst xmlns:p="http://schemas.openxmlformats.org/presentationml/2006/main">
  <p:tag name="AS_UNIQUEID" val="630"/>
  <p:tag name="KSO_WM_BEAUTIFY_FLAG" val=""/>
</p:tagLst>
</file>

<file path=ppt/tags/tag375.xml><?xml version="1.0" encoding="utf-8"?>
<p:tagLst xmlns:p="http://schemas.openxmlformats.org/presentationml/2006/main">
  <p:tag name="AS_UNIQUEID" val="631"/>
  <p:tag name="KSO_WM_BEAUTIFY_FLAG" val=""/>
</p:tagLst>
</file>

<file path=ppt/tags/tag376.xml><?xml version="1.0" encoding="utf-8"?>
<p:tagLst xmlns:p="http://schemas.openxmlformats.org/presentationml/2006/main">
  <p:tag name="AS_UNIQUEID" val="632"/>
  <p:tag name="KSO_WM_BEAUTIFY_FLAG" val=""/>
</p:tagLst>
</file>

<file path=ppt/tags/tag377.xml><?xml version="1.0" encoding="utf-8"?>
<p:tagLst xmlns:p="http://schemas.openxmlformats.org/presentationml/2006/main">
  <p:tag name="AS_UNIQUEID" val="633"/>
</p:tagLst>
</file>

<file path=ppt/tags/tag378.xml><?xml version="1.0" encoding="utf-8"?>
<p:tagLst xmlns:p="http://schemas.openxmlformats.org/presentationml/2006/main">
  <p:tag name="AS_UNIQUEID" val="634"/>
  <p:tag name="KSO_WM_BEAUTIFY_FLAG" val=""/>
</p:tagLst>
</file>

<file path=ppt/tags/tag379.xml><?xml version="1.0" encoding="utf-8"?>
<p:tagLst xmlns:p="http://schemas.openxmlformats.org/presentationml/2006/main">
  <p:tag name="AS_UNIQUEID" val="635"/>
  <p:tag name="KSO_WM_BEAUTIFY_FLAG" val=""/>
</p:tagLst>
</file>

<file path=ppt/tags/tag380.xml><?xml version="1.0" encoding="utf-8"?>
<p:tagLst xmlns:p="http://schemas.openxmlformats.org/presentationml/2006/main">
  <p:tag name="AS_UNIQUEID" val="636"/>
  <p:tag name="KSO_WM_BEAUTIFY_FLAG" val=""/>
</p:tagLst>
</file>

<file path=ppt/tags/tag381.xml><?xml version="1.0" encoding="utf-8"?>
<p:tagLst xmlns:p="http://schemas.openxmlformats.org/presentationml/2006/main">
  <p:tag name="AS_UNIQUEID" val="637"/>
</p:tagLst>
</file>

<file path=ppt/tags/tag382.xml><?xml version="1.0" encoding="utf-8"?>
<p:tagLst xmlns:p="http://schemas.openxmlformats.org/presentationml/2006/main">
  <p:tag name="AS_UNIQUEID" val="638"/>
  <p:tag name="KSO_WM_BEAUTIFY_FLAG" val=""/>
</p:tagLst>
</file>

<file path=ppt/tags/tag383.xml><?xml version="1.0" encoding="utf-8"?>
<p:tagLst xmlns:p="http://schemas.openxmlformats.org/presentationml/2006/main">
  <p:tag name="AS_UNIQUEID" val="639"/>
  <p:tag name="KSO_WM_BEAUTIFY_FLAG" val=""/>
</p:tagLst>
</file>

<file path=ppt/tags/tag384.xml><?xml version="1.0" encoding="utf-8"?>
<p:tagLst xmlns:p="http://schemas.openxmlformats.org/presentationml/2006/main">
  <p:tag name="AS_UNIQUEID" val="640"/>
</p:tagLst>
</file>

<file path=ppt/tags/tag385.xml><?xml version="1.0" encoding="utf-8"?>
<p:tagLst xmlns:p="http://schemas.openxmlformats.org/presentationml/2006/main">
  <p:tag name="AS_UNIQUEID" val="641"/>
  <p:tag name="KSO_WM_BEAUTIFY_FLAG" val=""/>
</p:tagLst>
</file>

<file path=ppt/tags/tag386.xml><?xml version="1.0" encoding="utf-8"?>
<p:tagLst xmlns:p="http://schemas.openxmlformats.org/presentationml/2006/main">
  <p:tag name="AS_UNIQUEID" val="642"/>
  <p:tag name="KSO_WM_BEAUTIFY_FLAG" val=""/>
</p:tagLst>
</file>

<file path=ppt/tags/tag387.xml><?xml version="1.0" encoding="utf-8"?>
<p:tagLst xmlns:p="http://schemas.openxmlformats.org/presentationml/2006/main">
  <p:tag name="AS_UNIQUEID" val="644"/>
  <p:tag name="KSO_WM_BEAUTIFY_FLAG" val=""/>
</p:tagLst>
</file>

<file path=ppt/tags/tag388.xml><?xml version="1.0" encoding="utf-8"?>
<p:tagLst xmlns:p="http://schemas.openxmlformats.org/presentationml/2006/main">
  <p:tag name="AS_UNIQUEID" val="645"/>
  <p:tag name="KSO_WM_BEAUTIFY_FLAG" val=""/>
</p:tagLst>
</file>

<file path=ppt/tags/tag389.xml><?xml version="1.0" encoding="utf-8"?>
<p:tagLst xmlns:p="http://schemas.openxmlformats.org/presentationml/2006/main">
  <p:tag name="AS_UNIQUEID" val="8469"/>
  <p:tag name="KSO_WM_BEAUTIFY_FLAG" val=""/>
</p:tagLst>
</file>

<file path=ppt/tags/tag390.xml><?xml version="1.0" encoding="utf-8"?>
<p:tagLst xmlns:p="http://schemas.openxmlformats.org/presentationml/2006/main">
  <p:tag name="AS_UNIQUEID" val="537"/>
  <p:tag name="KSO_WM_BEAUTIFY_FLAG" val=""/>
</p:tagLst>
</file>

<file path=ppt/tags/tag391.xml><?xml version="1.0" encoding="utf-8"?>
<p:tagLst xmlns:p="http://schemas.openxmlformats.org/presentationml/2006/main">
  <p:tag name="AS_UNIQUEID" val="538"/>
  <p:tag name="KSO_WM_BEAUTIFY_FLAG" val=""/>
</p:tagLst>
</file>

<file path=ppt/tags/tag392.xml><?xml version="1.0" encoding="utf-8"?>
<p:tagLst xmlns:p="http://schemas.openxmlformats.org/presentationml/2006/main">
  <p:tag name="AS_UNIQUEID" val="8470"/>
</p:tagLst>
</file>

<file path=ppt/tags/tag393.xml><?xml version="1.0" encoding="utf-8"?>
<p:tagLst xmlns:p="http://schemas.openxmlformats.org/presentationml/2006/main">
  <p:tag name="AS_UNIQUEID" val="8471"/>
</p:tagLst>
</file>

<file path=ppt/tags/tag394.xml><?xml version="1.0" encoding="utf-8"?>
<p:tagLst xmlns:p="http://schemas.openxmlformats.org/presentationml/2006/main">
  <p:tag name="AS_UNIQUEID" val="8472"/>
</p:tagLst>
</file>

<file path=ppt/tags/tag395.xml><?xml version="1.0" encoding="utf-8"?>
<p:tagLst xmlns:p="http://schemas.openxmlformats.org/presentationml/2006/main">
  <p:tag name="AS_UNIQUEID" val="8473"/>
</p:tagLst>
</file>

<file path=ppt/tags/tag396.xml><?xml version="1.0" encoding="utf-8"?>
<p:tagLst xmlns:p="http://schemas.openxmlformats.org/presentationml/2006/main">
  <p:tag name="AS_UNIQUEID" val="8474"/>
</p:tagLst>
</file>

<file path=ppt/tags/tag397.xml><?xml version="1.0" encoding="utf-8"?>
<p:tagLst xmlns:p="http://schemas.openxmlformats.org/presentationml/2006/main">
  <p:tag name="AS_UNIQUEID" val="8475"/>
</p:tagLst>
</file>

<file path=ppt/tags/tag398.xml><?xml version="1.0" encoding="utf-8"?>
<p:tagLst xmlns:p="http://schemas.openxmlformats.org/presentationml/2006/main">
  <p:tag name="AS_UNIQUEID" val="8476"/>
</p:tagLst>
</file>

<file path=ppt/tags/tag399.xml><?xml version="1.0" encoding="utf-8"?>
<p:tagLst xmlns:p="http://schemas.openxmlformats.org/presentationml/2006/main">
  <p:tag name="AS_UNIQUEID" val="8477"/>
</p:tagLst>
</file>

<file path=ppt/tags/tag400.xml><?xml version="1.0" encoding="utf-8"?>
<p:tagLst xmlns:p="http://schemas.openxmlformats.org/presentationml/2006/main">
  <p:tag name="AS_UNIQUEID" val="8478"/>
  <p:tag name="KSO_WM_BEAUTIFY_FLAG" val=""/>
</p:tagLst>
</file>

<file path=ppt/tags/tag401.xml><?xml version="1.0" encoding="utf-8"?>
<p:tagLst xmlns:p="http://schemas.openxmlformats.org/presentationml/2006/main">
  <p:tag name="AS_UNIQUEID" val="8479"/>
  <p:tag name="KSO_WM_BEAUTIFY_FLAG" val=""/>
</p:tagLst>
</file>

<file path=ppt/tags/tag402.xml><?xml version="1.0" encoding="utf-8"?>
<p:tagLst xmlns:p="http://schemas.openxmlformats.org/presentationml/2006/main">
  <p:tag name="AS_UNIQUEID" val="8480"/>
  <p:tag name="KSO_WM_BEAUTIFY_FLAG" val=""/>
</p:tagLst>
</file>

<file path=ppt/tags/tag403.xml><?xml version="1.0" encoding="utf-8"?>
<p:tagLst xmlns:p="http://schemas.openxmlformats.org/presentationml/2006/main">
  <p:tag name="AS_UNIQUEID" val="8481"/>
  <p:tag name="KSO_WM_BEAUTIFY_FLAG" val=""/>
</p:tagLst>
</file>

<file path=ppt/tags/tag404.xml><?xml version="1.0" encoding="utf-8"?>
<p:tagLst xmlns:p="http://schemas.openxmlformats.org/presentationml/2006/main">
  <p:tag name="AS_UNIQUEID" val="8482"/>
  <p:tag name="KSO_WM_BEAUTIFY_FLAG" val=""/>
</p:tagLst>
</file>

<file path=ppt/tags/tag405.xml><?xml version="1.0" encoding="utf-8"?>
<p:tagLst xmlns:p="http://schemas.openxmlformats.org/presentationml/2006/main">
  <p:tag name="AS_UNIQUEID" val="8483"/>
  <p:tag name="KSO_WM_BEAUTIFY_FLAG" val=""/>
</p:tagLst>
</file>

<file path=ppt/tags/tag406.xml><?xml version="1.0" encoding="utf-8"?>
<p:tagLst xmlns:p="http://schemas.openxmlformats.org/presentationml/2006/main">
  <p:tag name="AS_UNIQUEID" val="8484"/>
</p:tagLst>
</file>

<file path=ppt/tags/tag407.xml><?xml version="1.0" encoding="utf-8"?>
<p:tagLst xmlns:p="http://schemas.openxmlformats.org/presentationml/2006/main">
  <p:tag name="AS_UNIQUEID" val="8574"/>
</p:tagLst>
</file>

<file path=ppt/tags/tag408.xml><?xml version="1.0" encoding="utf-8"?>
<p:tagLst xmlns:p="http://schemas.openxmlformats.org/presentationml/2006/main">
  <p:tag name="AS_UNIQUEID" val="8485"/>
</p:tagLst>
</file>

<file path=ppt/tags/tag409.xml><?xml version="1.0" encoding="utf-8"?>
<p:tagLst xmlns:p="http://schemas.openxmlformats.org/presentationml/2006/main">
  <p:tag name="AS_UNIQUEID" val="8486"/>
</p:tagLst>
</file>

<file path=ppt/tags/tag410.xml><?xml version="1.0" encoding="utf-8"?>
<p:tagLst xmlns:p="http://schemas.openxmlformats.org/presentationml/2006/main">
  <p:tag name="AS_UNIQUEID" val="8487"/>
</p:tagLst>
</file>

<file path=ppt/tags/tag411.xml><?xml version="1.0" encoding="utf-8"?>
<p:tagLst xmlns:p="http://schemas.openxmlformats.org/presentationml/2006/main">
  <p:tag name="AS_UNIQUEID" val="8488"/>
</p:tagLst>
</file>

<file path=ppt/tags/tag412.xml><?xml version="1.0" encoding="utf-8"?>
<p:tagLst xmlns:p="http://schemas.openxmlformats.org/presentationml/2006/main">
  <p:tag name="AS_UNIQUEID" val="8489"/>
</p:tagLst>
</file>

<file path=ppt/tags/tag413.xml><?xml version="1.0" encoding="utf-8"?>
<p:tagLst xmlns:p="http://schemas.openxmlformats.org/presentationml/2006/main">
  <p:tag name="AS_UNIQUEID" val="8490"/>
</p:tagLst>
</file>

<file path=ppt/tags/tag414.xml><?xml version="1.0" encoding="utf-8"?>
<p:tagLst xmlns:p="http://schemas.openxmlformats.org/presentationml/2006/main">
  <p:tag name="AS_UNIQUEID" val="8491"/>
</p:tagLst>
</file>

<file path=ppt/tags/tag415.xml><?xml version="1.0" encoding="utf-8"?>
<p:tagLst xmlns:p="http://schemas.openxmlformats.org/presentationml/2006/main">
  <p:tag name="AS_UNIQUEID" val="8492"/>
</p:tagLst>
</file>

<file path=ppt/tags/tag416.xml><?xml version="1.0" encoding="utf-8"?>
<p:tagLst xmlns:p="http://schemas.openxmlformats.org/presentationml/2006/main">
  <p:tag name="AS_UNIQUEID" val="8493"/>
</p:tagLst>
</file>

<file path=ppt/tags/tag417.xml><?xml version="1.0" encoding="utf-8"?>
<p:tagLst xmlns:p="http://schemas.openxmlformats.org/presentationml/2006/main">
  <p:tag name="AS_UNIQUEID" val="8494"/>
</p:tagLst>
</file>

<file path=ppt/tags/tag418.xml><?xml version="1.0" encoding="utf-8"?>
<p:tagLst xmlns:p="http://schemas.openxmlformats.org/presentationml/2006/main">
  <p:tag name="AS_UNIQUEID" val="8495"/>
</p:tagLst>
</file>

<file path=ppt/tags/tag419.xml><?xml version="1.0" encoding="utf-8"?>
<p:tagLst xmlns:p="http://schemas.openxmlformats.org/presentationml/2006/main">
  <p:tag name="AS_UNIQUEID" val="8496"/>
</p:tagLst>
</file>

<file path=ppt/tags/tag420.xml><?xml version="1.0" encoding="utf-8"?>
<p:tagLst xmlns:p="http://schemas.openxmlformats.org/presentationml/2006/main">
  <p:tag name="AS_UNIQUEID" val="8497"/>
</p:tagLst>
</file>

<file path=ppt/tags/tag421.xml><?xml version="1.0" encoding="utf-8"?>
<p:tagLst xmlns:p="http://schemas.openxmlformats.org/presentationml/2006/main">
  <p:tag name="AS_UNIQUEID" val="8498"/>
</p:tagLst>
</file>

<file path=ppt/tags/tag422.xml><?xml version="1.0" encoding="utf-8"?>
<p:tagLst xmlns:p="http://schemas.openxmlformats.org/presentationml/2006/main">
  <p:tag name="AS_UNIQUEID" val="8499"/>
</p:tagLst>
</file>

<file path=ppt/tags/tag423.xml><?xml version="1.0" encoding="utf-8"?>
<p:tagLst xmlns:p="http://schemas.openxmlformats.org/presentationml/2006/main">
  <p:tag name="AS_UNIQUEID" val="8500"/>
</p:tagLst>
</file>

<file path=ppt/tags/tag424.xml><?xml version="1.0" encoding="utf-8"?>
<p:tagLst xmlns:p="http://schemas.openxmlformats.org/presentationml/2006/main">
  <p:tag name="AS_UNIQUEID" val="8501"/>
</p:tagLst>
</file>

<file path=ppt/tags/tag425.xml><?xml version="1.0" encoding="utf-8"?>
<p:tagLst xmlns:p="http://schemas.openxmlformats.org/presentationml/2006/main">
  <p:tag name="AS_UNIQUEID" val="671"/>
  <p:tag name="KSO_WM_BEAUTIFY_FLAG" val=""/>
</p:tagLst>
</file>

<file path=ppt/tags/tag426.xml><?xml version="1.0" encoding="utf-8"?>
<p:tagLst xmlns:p="http://schemas.openxmlformats.org/presentationml/2006/main">
  <p:tag name="AS_UNIQUEID" val="673"/>
  <p:tag name="KSO_WM_BEAUTIFY_FLAG" val=""/>
</p:tagLst>
</file>

<file path=ppt/tags/tag427.xml><?xml version="1.0" encoding="utf-8"?>
<p:tagLst xmlns:p="http://schemas.openxmlformats.org/presentationml/2006/main">
  <p:tag name="AS_UNIQUEID" val="8502"/>
</p:tagLst>
</file>

<file path=ppt/tags/tag428.xml><?xml version="1.0" encoding="utf-8"?>
<p:tagLst xmlns:p="http://schemas.openxmlformats.org/presentationml/2006/main">
  <p:tag name="AS_UNIQUEID" val="8503"/>
</p:tagLst>
</file>

<file path=ppt/tags/tag429.xml><?xml version="1.0" encoding="utf-8"?>
<p:tagLst xmlns:p="http://schemas.openxmlformats.org/presentationml/2006/main">
  <p:tag name="AS_UNIQUEID" val="8504"/>
</p:tagLst>
</file>

<file path=ppt/tags/tag430.xml><?xml version="1.0" encoding="utf-8"?>
<p:tagLst xmlns:p="http://schemas.openxmlformats.org/presentationml/2006/main">
  <p:tag name="AS_UNIQUEID" val="8505"/>
</p:tagLst>
</file>

<file path=ppt/tags/tag431.xml><?xml version="1.0" encoding="utf-8"?>
<p:tagLst xmlns:p="http://schemas.openxmlformats.org/presentationml/2006/main">
  <p:tag name="AS_UNIQUEID" val="8506"/>
</p:tagLst>
</file>

<file path=ppt/tags/tag432.xml><?xml version="1.0" encoding="utf-8"?>
<p:tagLst xmlns:p="http://schemas.openxmlformats.org/presentationml/2006/main">
  <p:tag name="AS_UNIQUEID" val="8507"/>
</p:tagLst>
</file>

<file path=ppt/tags/tag433.xml><?xml version="1.0" encoding="utf-8"?>
<p:tagLst xmlns:p="http://schemas.openxmlformats.org/presentationml/2006/main">
  <p:tag name="AS_UNIQUEID" val="8508"/>
</p:tagLst>
</file>

<file path=ppt/tags/tag434.xml><?xml version="1.0" encoding="utf-8"?>
<p:tagLst xmlns:p="http://schemas.openxmlformats.org/presentationml/2006/main">
  <p:tag name="AS_UNIQUEID" val="8509"/>
  <p:tag name="KSO_WM_ASSEMBLE_CHIP_INDEX" val="79e2d1727c50420080b71b6e30daba3e"/>
  <p:tag name="KSO_WM_BEAUTIFY_FLAG" val="#wm#"/>
  <p:tag name="KSO_WM_CHIP_FILLAREA_FILL_RULE" val="{&quot;fill_align&quot;:&quot;cm&quot;,&quot;fill_effect&quot;:[],&quot;fill_mode&quot;:&quot;full&quot;,&quot;sacle_strategy&quot;:&quot;stretch&quot;}"/>
  <p:tag name="KSO_WM_CHIP_GROUPID" val="5f6dd30b747e3ea6e284b052"/>
  <p:tag name="KSO_WM_CHIP_XID" val="5f6dd30b747e3ea6e284b055"/>
  <p:tag name="KSO_WM_SLIDE_BACKGROUND_TYPE" val="general"/>
  <p:tag name="KSO_WM_TAG_VERSION" val="1.0"/>
  <p:tag name="KSO_WM_TEMPLATE_CATEGORY" val="chip"/>
  <p:tag name="KSO_WM_TEMPLATE_INDEX" val="20211344"/>
  <p:tag name="KSO_WM_UNIT_COMPATIBLE" val="0"/>
  <p:tag name="KSO_WM_UNIT_DEC_AREA_ID" val="584dfe683a194758a8bf4d1d7d2f7509"/>
  <p:tag name="KSO_WM_UNIT_DECORATE_INFO" val=""/>
  <p:tag name="KSO_WM_UNIT_DIAGRAM_ISNUMVISUAL" val="0"/>
  <p:tag name="KSO_WM_UNIT_DIAGRAM_ISREFERUNIT" val="0"/>
  <p:tag name="KSO_WM_UNIT_HIGHLIGHT" val="0"/>
  <p:tag name="KSO_WM_UNIT_ID" val="chip20211344_3*i*1"/>
  <p:tag name="KSO_WM_UNIT_INDEX" val="1"/>
  <p:tag name="KSO_WM_UNIT_LAYERLEVEL" val="1"/>
  <p:tag name="KSO_WM_UNIT_SM_LIMIT_TYPE" val=""/>
  <p:tag name="KSO_WM_UNIT_SUBTYPE" val="t"/>
  <p:tag name="KSO_WM_UNIT_TYPE" val="i"/>
</p:tagLst>
</file>

<file path=ppt/tags/tag435.xml><?xml version="1.0" encoding="utf-8"?>
<p:tagLst xmlns:p="http://schemas.openxmlformats.org/presentationml/2006/main">
  <p:tag name="AS_UNIQUEID" val="8510"/>
  <p:tag name="KSO_WM_UNIT_TEXT_FILL_FORE_SCHEMECOLOR_INDEX" val="5"/>
  <p:tag name="KSO_WM_UNIT_TEXT_FILL_FORE_SCHEMECOLOR_INDEX_BRIGHTNESS" val="0"/>
  <p:tag name="KSO_WM_UNIT_TEXT_FILL_TYPE" val="1"/>
</p:tagLst>
</file>

<file path=ppt/tags/tag436.xml><?xml version="1.0" encoding="utf-8"?>
<p:tagLst xmlns:p="http://schemas.openxmlformats.org/presentationml/2006/main">
  <p:tag name="AS_UNIQUEID" val="851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37.xml><?xml version="1.0" encoding="utf-8"?>
<p:tagLst xmlns:p="http://schemas.openxmlformats.org/presentationml/2006/main">
  <p:tag name="AS_UNIQUEID" val="8512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8.xml><?xml version="1.0" encoding="utf-8"?>
<p:tagLst xmlns:p="http://schemas.openxmlformats.org/presentationml/2006/main">
  <p:tag name="AS_UNIQUEID" val="8513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39.xml><?xml version="1.0" encoding="utf-8"?>
<p:tagLst xmlns:p="http://schemas.openxmlformats.org/presentationml/2006/main">
  <p:tag name="AS_UNIQUEID" val="8514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0.xml><?xml version="1.0" encoding="utf-8"?>
<p:tagLst xmlns:p="http://schemas.openxmlformats.org/presentationml/2006/main">
  <p:tag name="AS_UNIQUEID" val="8515"/>
  <p:tag name="KSO_WM_UNIT_LINE_FILL_TYPE" val="2"/>
  <p:tag name="KSO_WM_UNIT_LINE_FORE_SCHEMECOLOR_INDEX" val="5"/>
  <p:tag name="KSO_WM_UNIT_LINE_FORE_SCHEMECOLOR_INDEX_BRIGHTNESS" val="0"/>
  <p:tag name="KSO_WM_UNIT_TEXT_FILL_FORE_SCHEMECOLOR_INDEX" val="5"/>
  <p:tag name="KSO_WM_UNIT_TEXT_FILL_FORE_SCHEMECOLOR_INDEX_BRIGHTNESS" val="0"/>
  <p:tag name="KSO_WM_UNIT_TEXT_FILL_TYPE" val="1"/>
</p:tagLst>
</file>

<file path=ppt/tags/tag441.xml><?xml version="1.0" encoding="utf-8"?>
<p:tagLst xmlns:p="http://schemas.openxmlformats.org/presentationml/2006/main">
  <p:tag name="AS_UNIQUEID" val="8516"/>
  <p:tag name="KSO_WM_UNIT_LINE_FILL_TYPE" val="2"/>
  <p:tag name="KSO_WM_UNIT_LINE_FORE_SCHEMECOLOR_INDEX" val="5"/>
  <p:tag name="KSO_WM_UNIT_LINE_FORE_SCHEMECOLOR_INDEX_BRIGHTNESS" val="0"/>
</p:tagLst>
</file>

<file path=ppt/tags/tag442.xml><?xml version="1.0" encoding="utf-8"?>
<p:tagLst xmlns:p="http://schemas.openxmlformats.org/presentationml/2006/main">
  <p:tag name="AS_UNIQUEID" val="8517"/>
  <p:tag name="KSO_WM_UNIT_LINE_FILL_TYPE" val="2"/>
  <p:tag name="KSO_WM_UNIT_LINE_FORE_SCHEMECOLOR_INDEX" val="5"/>
  <p:tag name="KSO_WM_UNIT_LINE_FORE_SCHEMECOLOR_INDEX_BRIGHTNESS" val="0"/>
</p:tagLst>
</file>

<file path=ppt/tags/tag443.xml><?xml version="1.0" encoding="utf-8"?>
<p:tagLst xmlns:p="http://schemas.openxmlformats.org/presentationml/2006/main">
  <p:tag name="AS_UNIQUEID" val="851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4.xml><?xml version="1.0" encoding="utf-8"?>
<p:tagLst xmlns:p="http://schemas.openxmlformats.org/presentationml/2006/main">
  <p:tag name="AS_UNIQUEID" val="8519"/>
  <p:tag name="KSO_WM_UNIT_LINE_FILL_TYPE" val="2"/>
  <p:tag name="KSO_WM_UNIT_LINE_FORE_SCHEMECOLOR_INDEX" val="5"/>
  <p:tag name="KSO_WM_UNIT_LINE_FORE_SCHEMECOLOR_INDEX_BRIGHTNESS" val="0"/>
</p:tagLst>
</file>

<file path=ppt/tags/tag445.xml><?xml version="1.0" encoding="utf-8"?>
<p:tagLst xmlns:p="http://schemas.openxmlformats.org/presentationml/2006/main">
  <p:tag name="AS_UNIQUEID" val="852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6.xml><?xml version="1.0" encoding="utf-8"?>
<p:tagLst xmlns:p="http://schemas.openxmlformats.org/presentationml/2006/main">
  <p:tag name="AS_UNIQUEID" val="852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7.xml><?xml version="1.0" encoding="utf-8"?>
<p:tagLst xmlns:p="http://schemas.openxmlformats.org/presentationml/2006/main">
  <p:tag name="AS_UNIQUEID" val="852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48.xml><?xml version="1.0" encoding="utf-8"?>
<p:tagLst xmlns:p="http://schemas.openxmlformats.org/presentationml/2006/main">
  <p:tag name="AS_UNIQUEID" val="8523"/>
  <p:tag name="KSO_WM_UNIT_LINE_FILL_TYPE" val="2"/>
  <p:tag name="KSO_WM_UNIT_LINE_FORE_SCHEMECOLOR_INDEX" val="5"/>
  <p:tag name="KSO_WM_UNIT_LINE_FORE_SCHEMECOLOR_INDEX_BRIGHTNESS" val="0"/>
</p:tagLst>
</file>

<file path=ppt/tags/tag449.xml><?xml version="1.0" encoding="utf-8"?>
<p:tagLst xmlns:p="http://schemas.openxmlformats.org/presentationml/2006/main">
  <p:tag name="AS_UNIQUEID" val="852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0.xml><?xml version="1.0" encoding="utf-8"?>
<p:tagLst xmlns:p="http://schemas.openxmlformats.org/presentationml/2006/main">
  <p:tag name="AS_UNIQUEID" val="8525"/>
  <p:tag name="KSO_WM_UNIT_LINE_FILL_TYPE" val="2"/>
  <p:tag name="KSO_WM_UNIT_LINE_FORE_SCHEMECOLOR_INDEX" val="5"/>
  <p:tag name="KSO_WM_UNIT_LINE_FORE_SCHEMECOLOR_INDEX_BRIGHTNESS" val="0"/>
</p:tagLst>
</file>

<file path=ppt/tags/tag451.xml><?xml version="1.0" encoding="utf-8"?>
<p:tagLst xmlns:p="http://schemas.openxmlformats.org/presentationml/2006/main">
  <p:tag name="AS_UNIQUEID" val="8526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2.xml><?xml version="1.0" encoding="utf-8"?>
<p:tagLst xmlns:p="http://schemas.openxmlformats.org/presentationml/2006/main">
  <p:tag name="AS_UNIQUEID" val="8527"/>
  <p:tag name="KSO_WM_UNIT_LINE_FILL_TYPE" val="2"/>
  <p:tag name="KSO_WM_UNIT_LINE_FORE_SCHEMECOLOR_INDEX" val="5"/>
  <p:tag name="KSO_WM_UNIT_LINE_FORE_SCHEMECOLOR_INDEX_BRIGHTNESS" val="0"/>
</p:tagLst>
</file>

<file path=ppt/tags/tag453.xml><?xml version="1.0" encoding="utf-8"?>
<p:tagLst xmlns:p="http://schemas.openxmlformats.org/presentationml/2006/main">
  <p:tag name="AS_UNIQUEID" val="8528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4.xml><?xml version="1.0" encoding="utf-8"?>
<p:tagLst xmlns:p="http://schemas.openxmlformats.org/presentationml/2006/main">
  <p:tag name="AS_UNIQUEID" val="8529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5.xml><?xml version="1.0" encoding="utf-8"?>
<p:tagLst xmlns:p="http://schemas.openxmlformats.org/presentationml/2006/main">
  <p:tag name="AS_UNIQUEID" val="8530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6.xml><?xml version="1.0" encoding="utf-8"?>
<p:tagLst xmlns:p="http://schemas.openxmlformats.org/presentationml/2006/main">
  <p:tag name="AS_UNIQUEID" val="853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7.xml><?xml version="1.0" encoding="utf-8"?>
<p:tagLst xmlns:p="http://schemas.openxmlformats.org/presentationml/2006/main">
  <p:tag name="AS_UNIQUEID" val="8532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8.xml><?xml version="1.0" encoding="utf-8"?>
<p:tagLst xmlns:p="http://schemas.openxmlformats.org/presentationml/2006/main">
  <p:tag name="AS_UNIQUEID" val="8533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59.xml><?xml version="1.0" encoding="utf-8"?>
<p:tagLst xmlns:p="http://schemas.openxmlformats.org/presentationml/2006/main">
  <p:tag name="AS_UNIQUEID" val="8534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0.xml><?xml version="1.0" encoding="utf-8"?>
<p:tagLst xmlns:p="http://schemas.openxmlformats.org/presentationml/2006/main">
  <p:tag name="AS_UNIQUEID" val="8535"/>
  <p:tag name="KSO_WM_BEAUTIFY_FLAG" val=""/>
</p:tagLst>
</file>

<file path=ppt/tags/tag461.xml><?xml version="1.0" encoding="utf-8"?>
<p:tagLst xmlns:p="http://schemas.openxmlformats.org/presentationml/2006/main">
  <p:tag name="AS_UNIQUEID" val="8536"/>
</p:tagLst>
</file>

<file path=ppt/tags/tag462.xml><?xml version="1.0" encoding="utf-8"?>
<p:tagLst xmlns:p="http://schemas.openxmlformats.org/presentationml/2006/main">
  <p:tag name="KSO_WM_SLIDE_BACKGROUND_TYPE" val="general"/>
</p:tagLst>
</file>

<file path=ppt/tags/tag463.xml><?xml version="1.0" encoding="utf-8"?>
<p:tagLst xmlns:p="http://schemas.openxmlformats.org/presentationml/2006/main">
  <p:tag name="AS_UNIQUEID" val="8537"/>
</p:tagLst>
</file>

<file path=ppt/tags/tag464.xml><?xml version="1.0" encoding="utf-8"?>
<p:tagLst xmlns:p="http://schemas.openxmlformats.org/presentationml/2006/main">
  <p:tag name="AS_UNIQUEID" val="8538"/>
  <p:tag name="KSO_WM_BEAUTIFY_FLAG" val=""/>
</p:tagLst>
</file>

<file path=ppt/tags/tag465.xml><?xml version="1.0" encoding="utf-8"?>
<p:tagLst xmlns:p="http://schemas.openxmlformats.org/presentationml/2006/main">
  <p:tag name="AS_UNIQUEID" val="8539"/>
  <p:tag name="KSO_WM_BEAUTIFY_FLAG" val=""/>
  <p:tag name="KSO_WM_UNIT_PLACING_PICTURE_USER_VIEWPORT" val="{&quot;height&quot;:7800,&quot;width&quot;:18105}"/>
</p:tagLst>
</file>

<file path=ppt/tags/tag466.xml><?xml version="1.0" encoding="utf-8"?>
<p:tagLst xmlns:p="http://schemas.openxmlformats.org/presentationml/2006/main">
  <p:tag name="AS_UNIQUEID" val="8540"/>
</p:tagLst>
</file>

<file path=ppt/tags/tag467.xml><?xml version="1.0" encoding="utf-8"?>
<p:tagLst xmlns:p="http://schemas.openxmlformats.org/presentationml/2006/main">
  <p:tag name="AS_UNIQUEID" val="8541"/>
</p:tagLst>
</file>

<file path=ppt/tags/tag468.xml><?xml version="1.0" encoding="utf-8"?>
<p:tagLst xmlns:p="http://schemas.openxmlformats.org/presentationml/2006/main">
  <p:tag name="AS_UNIQUEID" val="8542"/>
  <p:tag name="KSO_WM_BEAUTIFY_FLAG" val=""/>
</p:tagLst>
</file>

<file path=ppt/tags/tag469.xml><?xml version="1.0" encoding="utf-8"?>
<p:tagLst xmlns:p="http://schemas.openxmlformats.org/presentationml/2006/main">
  <p:tag name="AS_UNIQUEID" val="8543"/>
  <p:tag name="KSO_WM_BEAUTIFY_FLAG" val=""/>
</p:tagLst>
</file>

<file path=ppt/tags/tag470.xml><?xml version="1.0" encoding="utf-8"?>
<p:tagLst xmlns:p="http://schemas.openxmlformats.org/presentationml/2006/main">
  <p:tag name="AS_UNIQUEID" val="8544"/>
</p:tagLst>
</file>

<file path=ppt/tags/tag471.xml><?xml version="1.0" encoding="utf-8"?>
<p:tagLst xmlns:p="http://schemas.openxmlformats.org/presentationml/2006/main">
  <p:tag name="AS_UNIQUEID" val="8545"/>
</p:tagLst>
</file>

<file path=ppt/tags/tag472.xml><?xml version="1.0" encoding="utf-8"?>
<p:tagLst xmlns:p="http://schemas.openxmlformats.org/presentationml/2006/main">
  <p:tag name="AS_UNIQUEID" val="1785"/>
</p:tagLst>
</file>

<file path=ppt/tags/tag473.xml><?xml version="1.0" encoding="utf-8"?>
<p:tagLst xmlns:p="http://schemas.openxmlformats.org/presentationml/2006/main">
  <p:tag name="AS_UNIQUEID" val="1786"/>
</p:tagLst>
</file>

<file path=ppt/tags/tag474.xml><?xml version="1.0" encoding="utf-8"?>
<p:tagLst xmlns:p="http://schemas.openxmlformats.org/presentationml/2006/main">
  <p:tag name="AS_UNIQUEID" val="1787"/>
</p:tagLst>
</file>

<file path=ppt/tags/tag475.xml><?xml version="1.0" encoding="utf-8"?>
<p:tagLst xmlns:p="http://schemas.openxmlformats.org/presentationml/2006/main">
  <p:tag name="AS_UNIQUEID" val="1788"/>
</p:tagLst>
</file>

<file path=ppt/tags/tag476.xml><?xml version="1.0" encoding="utf-8"?>
<p:tagLst xmlns:p="http://schemas.openxmlformats.org/presentationml/2006/main">
  <p:tag name="AS_UNIQUEID" val="1789"/>
</p:tagLst>
</file>

<file path=ppt/tags/tag477.xml><?xml version="1.0" encoding="utf-8"?>
<p:tagLst xmlns:p="http://schemas.openxmlformats.org/presentationml/2006/main">
  <p:tag name="AS_UNIQUEID" val="1790"/>
</p:tagLst>
</file>

<file path=ppt/tags/tag478.xml><?xml version="1.0" encoding="utf-8"?>
<p:tagLst xmlns:p="http://schemas.openxmlformats.org/presentationml/2006/main">
  <p:tag name="AS_UNIQUEID" val="1791"/>
</p:tagLst>
</file>

<file path=ppt/tags/tag479.xml><?xml version="1.0" encoding="utf-8"?>
<p:tagLst xmlns:p="http://schemas.openxmlformats.org/presentationml/2006/main">
  <p:tag name="AS_UNIQUEID" val="1792"/>
</p:tagLst>
</file>

<file path=ppt/tags/tag480.xml><?xml version="1.0" encoding="utf-8"?>
<p:tagLst xmlns:p="http://schemas.openxmlformats.org/presentationml/2006/main">
  <p:tag name="AS_UNIQUEID" val="1793"/>
</p:tagLst>
</file>

<file path=ppt/tags/tag481.xml><?xml version="1.0" encoding="utf-8"?>
<p:tagLst xmlns:p="http://schemas.openxmlformats.org/presentationml/2006/main">
  <p:tag name="AS_UNIQUEID" val="1794"/>
</p:tagLst>
</file>

<file path=ppt/tags/tag482.xml><?xml version="1.0" encoding="utf-8"?>
<p:tagLst xmlns:p="http://schemas.openxmlformats.org/presentationml/2006/main">
  <p:tag name="AS_UNIQUEID" val="1795"/>
</p:tagLst>
</file>

<file path=ppt/tags/tag483.xml><?xml version="1.0" encoding="utf-8"?>
<p:tagLst xmlns:p="http://schemas.openxmlformats.org/presentationml/2006/main">
  <p:tag name="AS_UNIQUEID" val="1796"/>
</p:tagLst>
</file>

<file path=ppt/tags/tag484.xml><?xml version="1.0" encoding="utf-8"?>
<p:tagLst xmlns:p="http://schemas.openxmlformats.org/presentationml/2006/main">
  <p:tag name="AS_UNIQUEID" val="1797"/>
</p:tagLst>
</file>

<file path=ppt/tags/tag485.xml><?xml version="1.0" encoding="utf-8"?>
<p:tagLst xmlns:p="http://schemas.openxmlformats.org/presentationml/2006/main">
  <p:tag name="AS_UNIQUEID" val="1798"/>
</p:tagLst>
</file>

<file path=ppt/tags/tag486.xml><?xml version="1.0" encoding="utf-8"?>
<p:tagLst xmlns:p="http://schemas.openxmlformats.org/presentationml/2006/main">
  <p:tag name="AS_UNIQUEID" val="1799"/>
</p:tagLst>
</file>

<file path=ppt/tags/tag487.xml><?xml version="1.0" encoding="utf-8"?>
<p:tagLst xmlns:p="http://schemas.openxmlformats.org/presentationml/2006/main">
  <p:tag name="AS_UNIQUEID" val="1800"/>
</p:tagLst>
</file>

<file path=ppt/tags/tag488.xml><?xml version="1.0" encoding="utf-8"?>
<p:tagLst xmlns:p="http://schemas.openxmlformats.org/presentationml/2006/main">
  <p:tag name="AS_UNIQUEID" val="1801"/>
</p:tagLst>
</file>

<file path=ppt/tags/tag489.xml><?xml version="1.0" encoding="utf-8"?>
<p:tagLst xmlns:p="http://schemas.openxmlformats.org/presentationml/2006/main">
  <p:tag name="AS_UNIQUEID" val="1802"/>
</p:tagLst>
</file>

<file path=ppt/tags/tag490.xml><?xml version="1.0" encoding="utf-8"?>
<p:tagLst xmlns:p="http://schemas.openxmlformats.org/presentationml/2006/main">
  <p:tag name="AS_UNIQUEID" val="1803"/>
</p:tagLst>
</file>

<file path=ppt/tags/tag491.xml><?xml version="1.0" encoding="utf-8"?>
<p:tagLst xmlns:p="http://schemas.openxmlformats.org/presentationml/2006/main">
  <p:tag name="AS_UNIQUEID" val="1804"/>
</p:tagLst>
</file>

<file path=ppt/tags/tag492.xml><?xml version="1.0" encoding="utf-8"?>
<p:tagLst xmlns:p="http://schemas.openxmlformats.org/presentationml/2006/main">
  <p:tag name="AS_UNIQUEID" val="8546"/>
</p:tagLst>
</file>

<file path=ppt/tags/tag493.xml><?xml version="1.0" encoding="utf-8"?>
<p:tagLst xmlns:p="http://schemas.openxmlformats.org/presentationml/2006/main">
  <p:tag name="AS_UNIQUEID" val="7828"/>
</p:tagLst>
</file>

<file path=ppt/tags/tag494.xml><?xml version="1.0" encoding="utf-8"?>
<p:tagLst xmlns:p="http://schemas.openxmlformats.org/presentationml/2006/main">
  <p:tag name="AS_UNIQUEID" val="7829"/>
</p:tagLst>
</file>

<file path=ppt/tags/tag495.xml><?xml version="1.0" encoding="utf-8"?>
<p:tagLst xmlns:p="http://schemas.openxmlformats.org/presentationml/2006/main">
  <p:tag name="AS_UNIQUEID" val="7830"/>
</p:tagLst>
</file>

<file path=ppt/tags/tag496.xml><?xml version="1.0" encoding="utf-8"?>
<p:tagLst xmlns:p="http://schemas.openxmlformats.org/presentationml/2006/main">
  <p:tag name="AS_UNIQUEID" val="8547"/>
</p:tagLst>
</file>

<file path=ppt/tags/tag497.xml><?xml version="1.0" encoding="utf-8"?>
<p:tagLst xmlns:p="http://schemas.openxmlformats.org/presentationml/2006/main">
  <p:tag name="AS_UNIQUEID" val="2254"/>
  <p:tag name="KSO_WM_BEAUTIFY_FLAG" val=""/>
</p:tagLst>
</file>

<file path=ppt/tags/tag498.xml><?xml version="1.0" encoding="utf-8"?>
<p:tagLst xmlns:p="http://schemas.openxmlformats.org/presentationml/2006/main">
  <p:tag name="AS_UNIQUEID" val="7832"/>
  <p:tag name="KSO_WM_BEAUTIFY_FLAG" val=""/>
</p:tagLst>
</file>

<file path=ppt/tags/tag499.xml><?xml version="1.0" encoding="utf-8"?>
<p:tagLst xmlns:p="http://schemas.openxmlformats.org/presentationml/2006/main">
  <p:tag name="AS_UNIQUEID" val="7833"/>
  <p:tag name="KSO_WM_BEAUTIFY_FLAG" val=""/>
</p:tagLst>
</file>

<file path=ppt/tags/tag500.xml><?xml version="1.0" encoding="utf-8"?>
<p:tagLst xmlns:p="http://schemas.openxmlformats.org/presentationml/2006/main">
  <p:tag name="AS_UNIQUEID" val="7834"/>
  <p:tag name="KSO_WM_BEAUTIFY_FLAG" val=""/>
</p:tagLst>
</file>

<file path=ppt/tags/tag501.xml><?xml version="1.0" encoding="utf-8"?>
<p:tagLst xmlns:p="http://schemas.openxmlformats.org/presentationml/2006/main">
  <p:tag name="AS_UNIQUEID" val="2776"/>
  <p:tag name="KSO_WM_BEAUTIFY_FLAG" val=""/>
</p:tagLst>
</file>

<file path=ppt/tags/tag502.xml><?xml version="1.0" encoding="utf-8"?>
<p:tagLst xmlns:p="http://schemas.openxmlformats.org/presentationml/2006/main">
  <p:tag name="AS_UNIQUEID" val="342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3.xml><?xml version="1.0" encoding="utf-8"?>
<p:tagLst xmlns:p="http://schemas.openxmlformats.org/presentationml/2006/main">
  <p:tag name="AS_UNIQUEID" val="8548"/>
  <p:tag name="KSO_WM_DIAGRAM_VIRTUALLY_FRAME" val="{&quot;height&quot;:407.6961417322834,&quot;left&quot;:207.82740157480316,&quot;top&quot;:102.01795275590551,&quot;width&quot;:660.0225984251969}"/>
</p:tagLst>
</file>

<file path=ppt/tags/tag504.xml><?xml version="1.0" encoding="utf-8"?>
<p:tagLst xmlns:p="http://schemas.openxmlformats.org/presentationml/2006/main">
  <p:tag name="AS_UNIQUEID" val="353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5.xml><?xml version="1.0" encoding="utf-8"?>
<p:tagLst xmlns:p="http://schemas.openxmlformats.org/presentationml/2006/main">
  <p:tag name="AS_UNIQUEID" val="354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06.xml><?xml version="1.0" encoding="utf-8"?>
<p:tagLst xmlns:p="http://schemas.openxmlformats.org/presentationml/2006/main">
  <p:tag name="AS_UNIQUEID" val="345"/>
  <p:tag name="KSO_WM_DIAGRAM_VIRTUALLY_FRAME" val="{&quot;height&quot;:407.6961417322834,&quot;left&quot;:207.82740157480316,&quot;top&quot;:102.01795275590551,&quot;width&quot;:660.0225984251969}"/>
</p:tagLst>
</file>

<file path=ppt/tags/tag507.xml><?xml version="1.0" encoding="utf-8"?>
<p:tagLst xmlns:p="http://schemas.openxmlformats.org/presentationml/2006/main">
  <p:tag name="AS_UNIQUEID" val="348"/>
  <p:tag name="KSO_WM_DIAGRAM_VIRTUALLY_FRAME" val="{&quot;height&quot;:407.6961417322834,&quot;left&quot;:207.82740157480316,&quot;top&quot;:102.01795275590551,&quot;width&quot;:660.0225984251969}"/>
</p:tagLst>
</file>

<file path=ppt/tags/tag508.xml><?xml version="1.0" encoding="utf-8"?>
<p:tagLst xmlns:p="http://schemas.openxmlformats.org/presentationml/2006/main">
  <p:tag name="AS_UNIQUEID" val="349"/>
  <p:tag name="KSO_WM_DIAGRAM_VIRTUALLY_FRAME" val="{&quot;height&quot;:407.6961417322834,&quot;left&quot;:207.82740157480316,&quot;top&quot;:102.01795275590551,&quot;width&quot;:660.0225984251969}"/>
</p:tagLst>
</file>

<file path=ppt/tags/tag509.xml><?xml version="1.0" encoding="utf-8"?>
<p:tagLst xmlns:p="http://schemas.openxmlformats.org/presentationml/2006/main">
  <p:tag name="AS_UNIQUEID" val="347"/>
  <p:tag name="KSO_WM_DIAGRAM_VIRTUALLY_FRAME" val="{&quot;height&quot;:407.6961417322834,&quot;left&quot;:207.82740157480316,&quot;top&quot;:102.01795275590551,&quot;width&quot;:660.0225984251969}"/>
</p:tagLst>
</file>

<file path=ppt/tags/tag510.xml><?xml version="1.0" encoding="utf-8"?>
<p:tagLst xmlns:p="http://schemas.openxmlformats.org/presentationml/2006/main">
  <p:tag name="AS_UNIQUEID" val="343"/>
  <p:tag name="KSO_WM_DIAGRAM_VIRTUALLY_FRAME" val="{&quot;height&quot;:407.6961417322834,&quot;left&quot;:207.82740157480316,&quot;top&quot;:102.01795275590551,&quot;width&quot;:660.0225984251969}"/>
</p:tagLst>
</file>

<file path=ppt/tags/tag511.xml><?xml version="1.0" encoding="utf-8"?>
<p:tagLst xmlns:p="http://schemas.openxmlformats.org/presentationml/2006/main">
  <p:tag name="AS_UNIQUEID" val="341"/>
  <p:tag name="KSO_WM_DIAGRAM_VIRTUALLY_FRAME" val="{&quot;height&quot;:407.6961417322834,&quot;left&quot;:207.82740157480316,&quot;top&quot;:102.01795275590551,&quot;width&quot;:660.0225984251969}"/>
</p:tagLst>
</file>

<file path=ppt/tags/tag512.xml><?xml version="1.0" encoding="utf-8"?>
<p:tagLst xmlns:p="http://schemas.openxmlformats.org/presentationml/2006/main">
  <p:tag name="AS_UNIQUEID" val="350"/>
  <p:tag name="KSO_WM_DIAGRAM_VIRTUALLY_FRAME" val="{&quot;height&quot;:407.6961417322834,&quot;left&quot;:207.82740157480316,&quot;top&quot;:102.01795275590551,&quot;width&quot;:660.0225984251969}"/>
</p:tagLst>
</file>

<file path=ppt/tags/tag513.xml><?xml version="1.0" encoding="utf-8"?>
<p:tagLst xmlns:p="http://schemas.openxmlformats.org/presentationml/2006/main">
  <p:tag name="AS_UNIQUEID" val="8549"/>
  <p:tag name="KSO_WM_DIAGRAM_VIRTUALLY_FRAME" val="{&quot;height&quot;:407.6961417322834,&quot;left&quot;:207.82740157480316,&quot;top&quot;:102.01795275590551,&quot;width&quot;:660.0225984251969}"/>
</p:tagLst>
</file>

<file path=ppt/tags/tag514.xml><?xml version="1.0" encoding="utf-8"?>
<p:tagLst xmlns:p="http://schemas.openxmlformats.org/presentationml/2006/main">
  <p:tag name="AS_UNIQUEID" val="355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5.xml><?xml version="1.0" encoding="utf-8"?>
<p:tagLst xmlns:p="http://schemas.openxmlformats.org/presentationml/2006/main">
  <p:tag name="AS_UNIQUEID" val="356"/>
  <p:tag name="KSO_WM_BEAUTIFY_FLAG" val=""/>
  <p:tag name="KSO_WM_DIAGRAM_VIRTUALLY_FRAME" val="{&quot;height&quot;:407.6961417322834,&quot;left&quot;:207.82740157480316,&quot;top&quot;:102.01795275590551,&quot;width&quot;:660.0225984251969}"/>
</p:tagLst>
</file>

<file path=ppt/tags/tag516.xml><?xml version="1.0" encoding="utf-8"?>
<p:tagLst xmlns:p="http://schemas.openxmlformats.org/presentationml/2006/main">
  <p:tag name="AS_UNIQUEID" val="351"/>
  <p:tag name="KSO_WM_DIAGRAM_VIRTUALLY_FRAME" val="{&quot;height&quot;:407.6961417322834,&quot;left&quot;:207.82740157480316,&quot;top&quot;:102.01795275590551,&quot;width&quot;:660.0225984251969}"/>
</p:tagLst>
</file>

<file path=ppt/tags/tag517.xml><?xml version="1.0" encoding="utf-8"?>
<p:tagLst xmlns:p="http://schemas.openxmlformats.org/presentationml/2006/main">
  <p:tag name="AS_UNIQUEID" val="352"/>
  <p:tag name="KSO_WM_DIAGRAM_VIRTUALLY_FRAME" val="{&quot;height&quot;:407.6961417322834,&quot;left&quot;:207.82740157480316,&quot;top&quot;:102.01795275590551,&quot;width&quot;:660.0225984251969}"/>
</p:tagLst>
</file>

<file path=ppt/tags/tag518.xml><?xml version="1.0" encoding="utf-8"?>
<p:tagLst xmlns:p="http://schemas.openxmlformats.org/presentationml/2006/main">
  <p:tag name="AS_UNIQUEID" val="8550"/>
</p:tagLst>
</file>

<file path=ppt/tags/tag519.xml><?xml version="1.0" encoding="utf-8"?>
<p:tagLst xmlns:p="http://schemas.openxmlformats.org/presentationml/2006/main">
  <p:tag name="AS_UNIQUEID" val="3721"/>
  <p:tag name="KSO_WM_BEAUTIFY_FLAG" val=""/>
</p:tagLst>
</file>

<file path=ppt/tags/tag520.xml><?xml version="1.0" encoding="utf-8"?>
<p:tagLst xmlns:p="http://schemas.openxmlformats.org/presentationml/2006/main">
  <p:tag name="AS_UNIQUEID" val="3723"/>
  <p:tag name="KSO_WM_BEAUTIFY_FLAG" val=""/>
</p:tagLst>
</file>

<file path=ppt/tags/tag521.xml><?xml version="1.0" encoding="utf-8"?>
<p:tagLst xmlns:p="http://schemas.openxmlformats.org/presentationml/2006/main">
  <p:tag name="AS_UNIQUEID" val="3722"/>
  <p:tag name="KSO_WM_BEAUTIFY_FLAG" val=""/>
</p:tagLst>
</file>

<file path=ppt/tags/tag522.xml><?xml version="1.0" encoding="utf-8"?>
<p:tagLst xmlns:p="http://schemas.openxmlformats.org/presentationml/2006/main">
  <p:tag name="AS_UNIQUEID" val="8551"/>
</p:tagLst>
</file>

<file path=ppt/tags/tag523.xml><?xml version="1.0" encoding="utf-8"?>
<p:tagLst xmlns:p="http://schemas.openxmlformats.org/presentationml/2006/main">
  <p:tag name="AS_UNIQUEID" val="8552"/>
</p:tagLst>
</file>

<file path=ppt/tags/tag524.xml><?xml version="1.0" encoding="utf-8"?>
<p:tagLst xmlns:p="http://schemas.openxmlformats.org/presentationml/2006/main">
  <p:tag name="AS_UNIQUEID" val="4038"/>
  <p:tag name="KSO_WM_BEAUTIFY_FLAG" val=""/>
</p:tagLst>
</file>

<file path=ppt/tags/tag525.xml><?xml version="1.0" encoding="utf-8"?>
<p:tagLst xmlns:p="http://schemas.openxmlformats.org/presentationml/2006/main">
  <p:tag name="AS_UNIQUEID" val="4039"/>
  <p:tag name="KSO_WM_BEAUTIFY_FLAG" val=""/>
</p:tagLst>
</file>

<file path=ppt/tags/tag526.xml><?xml version="1.0" encoding="utf-8"?>
<p:tagLst xmlns:p="http://schemas.openxmlformats.org/presentationml/2006/main">
  <p:tag name="AS_UNIQUEID" val="4040"/>
  <p:tag name="KSO_WM_BEAUTIFY_FLAG" val=""/>
</p:tagLst>
</file>

<file path=ppt/tags/tag527.xml><?xml version="1.0" encoding="utf-8"?>
<p:tagLst xmlns:p="http://schemas.openxmlformats.org/presentationml/2006/main">
  <p:tag name="AS_UNIQUEID" val="8553"/>
</p:tagLst>
</file>

<file path=ppt/tags/tag528.xml><?xml version="1.0" encoding="utf-8"?>
<p:tagLst xmlns:p="http://schemas.openxmlformats.org/presentationml/2006/main">
  <p:tag name="AS_UNIQUEID" val="8554"/>
</p:tagLst>
</file>

<file path=ppt/tags/tag529.xml><?xml version="1.0" encoding="utf-8"?>
<p:tagLst xmlns:p="http://schemas.openxmlformats.org/presentationml/2006/main">
  <p:tag name="AS_UNIQUEID" val="3855"/>
  <p:tag name="KSO_WM_BEAUTIFY_FLAG" val=""/>
</p:tagLst>
</file>

<file path=ppt/tags/tag530.xml><?xml version="1.0" encoding="utf-8"?>
<p:tagLst xmlns:p="http://schemas.openxmlformats.org/presentationml/2006/main">
  <p:tag name="AS_UNIQUEID" val="3856"/>
  <p:tag name="KSO_WM_BEAUTIFY_FLAG" val=""/>
</p:tagLst>
</file>

<file path=ppt/tags/tag531.xml><?xml version="1.0" encoding="utf-8"?>
<p:tagLst xmlns:p="http://schemas.openxmlformats.org/presentationml/2006/main">
  <p:tag name="AS_UNIQUEID" val="3857"/>
  <p:tag name="KSO_WM_BEAUTIFY_FLAG" val=""/>
</p:tagLst>
</file>

<file path=ppt/tags/tag532.xml><?xml version="1.0" encoding="utf-8"?>
<p:tagLst xmlns:p="http://schemas.openxmlformats.org/presentationml/2006/main">
  <p:tag name="AS_UNIQUEID" val="3858"/>
  <p:tag name="KSO_WM_BEAUTIFY_FLAG" val=""/>
</p:tagLst>
</file>

<file path=ppt/tags/tag533.xml><?xml version="1.0" encoding="utf-8"?>
<p:tagLst xmlns:p="http://schemas.openxmlformats.org/presentationml/2006/main">
  <p:tag name="AS_UNIQUEID" val="3859"/>
  <p:tag name="KSO_WM_BEAUTIFY_FLAG" val=""/>
</p:tagLst>
</file>

<file path=ppt/tags/tag534.xml><?xml version="1.0" encoding="utf-8"?>
<p:tagLst xmlns:p="http://schemas.openxmlformats.org/presentationml/2006/main">
  <p:tag name="AS_UNIQUEID" val="8555"/>
</p:tagLst>
</file>

<file path=ppt/tags/tag535.xml><?xml version="1.0" encoding="utf-8"?>
<p:tagLst xmlns:p="http://schemas.openxmlformats.org/presentationml/2006/main">
  <p:tag name="AS_UNIQUEID" val="8556"/>
</p:tagLst>
</file>

<file path=ppt/tags/tag536.xml><?xml version="1.0" encoding="utf-8"?>
<p:tagLst xmlns:p="http://schemas.openxmlformats.org/presentationml/2006/main">
  <p:tag name="AS_UNIQUEID" val="3866"/>
  <p:tag name="KSO_WM_BEAUTIFY_FLAG" val=""/>
</p:tagLst>
</file>

<file path=ppt/tags/tag537.xml><?xml version="1.0" encoding="utf-8"?>
<p:tagLst xmlns:p="http://schemas.openxmlformats.org/presentationml/2006/main">
  <p:tag name="AS_UNIQUEID" val="3867"/>
  <p:tag name="KSO_WM_BEAUTIFY_FLAG" val=""/>
</p:tagLst>
</file>

<file path=ppt/tags/tag538.xml><?xml version="1.0" encoding="utf-8"?>
<p:tagLst xmlns:p="http://schemas.openxmlformats.org/presentationml/2006/main">
  <p:tag name="AS_UNIQUEID" val="3868"/>
  <p:tag name="KSO_WM_BEAUTIFY_FLAG" val=""/>
  <p:tag name="KSO_WM_UNIT_TABLE_BEAUTIFY" val="smartTable{cf260a58-274d-41e4-9b13-be35832a8ef7}"/>
</p:tagLst>
</file>

<file path=ppt/tags/tag539.xml><?xml version="1.0" encoding="utf-8"?>
<p:tagLst xmlns:p="http://schemas.openxmlformats.org/presentationml/2006/main">
  <p:tag name="AS_UNIQUEID" val="3869"/>
</p:tagLst>
</file>

<file path=ppt/tags/tag540.xml><?xml version="1.0" encoding="utf-8"?>
<p:tagLst xmlns:p="http://schemas.openxmlformats.org/presentationml/2006/main">
  <p:tag name="AS_UNIQUEID" val="3876"/>
  <p:tag name="KSO_WM_BEAUTIFY_FLAG" val=""/>
</p:tagLst>
</file>

<file path=ppt/tags/tag541.xml><?xml version="1.0" encoding="utf-8"?>
<p:tagLst xmlns:p="http://schemas.openxmlformats.org/presentationml/2006/main">
  <p:tag name="AS_UNIQUEID" val="8557"/>
</p:tagLst>
</file>

<file path=ppt/tags/tag542.xml><?xml version="1.0" encoding="utf-8"?>
<p:tagLst xmlns:p="http://schemas.openxmlformats.org/presentationml/2006/main">
  <p:tag name="AS_UNIQUEID" val="8558"/>
</p:tagLst>
</file>

<file path=ppt/tags/tag543.xml><?xml version="1.0" encoding="utf-8"?>
<p:tagLst xmlns:p="http://schemas.openxmlformats.org/presentationml/2006/main">
  <p:tag name="AS_UNIQUEID" val="887"/>
  <p:tag name="KSO_WM_BEAUTIFY_FLAG" val=""/>
</p:tagLst>
</file>

<file path=ppt/tags/tag544.xml><?xml version="1.0" encoding="utf-8"?>
<p:tagLst xmlns:p="http://schemas.openxmlformats.org/presentationml/2006/main">
  <p:tag name="AS_UNIQUEID" val="888"/>
  <p:tag name="KSO_WM_BEAUTIFY_FLAG" val=""/>
</p:tagLst>
</file>

<file path=ppt/tags/tag545.xml><?xml version="1.0" encoding="utf-8"?>
<p:tagLst xmlns:p="http://schemas.openxmlformats.org/presentationml/2006/main">
  <p:tag name="AS_UNIQUEID" val="889"/>
  <p:tag name="KSO_WM_BEAUTIFY_FLAG" val=""/>
</p:tagLst>
</file>

<file path=ppt/tags/tag546.xml><?xml version="1.0" encoding="utf-8"?>
<p:tagLst xmlns:p="http://schemas.openxmlformats.org/presentationml/2006/main">
  <p:tag name="AS_UNIQUEID" val="890"/>
  <p:tag name="KSO_WM_BEAUTIFY_FLAG" val=""/>
</p:tagLst>
</file>

<file path=ppt/tags/tag547.xml><?xml version="1.0" encoding="utf-8"?>
<p:tagLst xmlns:p="http://schemas.openxmlformats.org/presentationml/2006/main">
  <p:tag name="AS_UNIQUEID" val="891"/>
  <p:tag name="KSO_WM_BEAUTIFY_FLAG" val=""/>
</p:tagLst>
</file>

<file path=ppt/tags/tag548.xml><?xml version="1.0" encoding="utf-8"?>
<p:tagLst xmlns:p="http://schemas.openxmlformats.org/presentationml/2006/main">
  <p:tag name="AS_UNIQUEID" val="892"/>
  <p:tag name="KSO_WM_BEAUTIFY_FLAG" val=""/>
</p:tagLst>
</file>

<file path=ppt/tags/tag549.xml><?xml version="1.0" encoding="utf-8"?>
<p:tagLst xmlns:p="http://schemas.openxmlformats.org/presentationml/2006/main">
  <p:tag name="AS_UNIQUEID" val="8559"/>
</p:tagLst>
</file>

<file path=ppt/tags/tag550.xml><?xml version="1.0" encoding="utf-8"?>
<p:tagLst xmlns:p="http://schemas.openxmlformats.org/presentationml/2006/main">
  <p:tag name="AS_UNIQUEID" val="8560"/>
</p:tagLst>
</file>

<file path=ppt/tags/tag551.xml><?xml version="1.0" encoding="utf-8"?>
<p:tagLst xmlns:p="http://schemas.openxmlformats.org/presentationml/2006/main">
  <p:tag name="AS_UNIQUEID" val="2385"/>
  <p:tag name="KSO_WM_BEAUTIFY_FLAG" val=""/>
</p:tagLst>
</file>

<file path=ppt/tags/tag552.xml><?xml version="1.0" encoding="utf-8"?>
<p:tagLst xmlns:p="http://schemas.openxmlformats.org/presentationml/2006/main">
  <p:tag name="AS_UNIQUEID" val="2384"/>
  <p:tag name="KSO_WM_BEAUTIFY_FLAG" val=""/>
</p:tagLst>
</file>

<file path=ppt/tags/tag553.xml><?xml version="1.0" encoding="utf-8"?>
<p:tagLst xmlns:p="http://schemas.openxmlformats.org/presentationml/2006/main">
  <p:tag name="AS_UNIQUEID" val="6999"/>
</p:tagLst>
</file>

<file path=ppt/tags/tag554.xml><?xml version="1.0" encoding="utf-8"?>
<p:tagLst xmlns:p="http://schemas.openxmlformats.org/presentationml/2006/main">
  <p:tag name="AS_UNIQUEID" val="7000"/>
  <p:tag name="KSO_WM_BEAUTIFY_FLAG" val=""/>
</p:tagLst>
</file>

<file path=ppt/tags/tag55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56.xml><?xml version="1.0" encoding="utf-8"?>
<p:tagLst xmlns:p="http://schemas.openxmlformats.org/presentationml/2006/main">
  <p:tag name="AS_UNIQUEID" val="8561"/>
</p:tagLst>
</file>

<file path=ppt/tags/tag557.xml><?xml version="1.0" encoding="utf-8"?>
<p:tagLst xmlns:p="http://schemas.openxmlformats.org/presentationml/2006/main">
  <p:tag name="AS_UNIQUEID" val="8562"/>
</p:tagLst>
</file>

<file path=ppt/tags/tag558.xml><?xml version="1.0" encoding="utf-8"?>
<p:tagLst xmlns:p="http://schemas.openxmlformats.org/presentationml/2006/main">
  <p:tag name="AS_UNIQUEID" val="8563"/>
</p:tagLst>
</file>

<file path=ppt/tags/tag559.xml><?xml version="1.0" encoding="utf-8"?>
<p:tagLst xmlns:p="http://schemas.openxmlformats.org/presentationml/2006/main">
  <p:tag name="AS_UNIQUEID" val="8564"/>
</p:tagLst>
</file>

<file path=ppt/tags/tag560.xml><?xml version="1.0" encoding="utf-8"?>
<p:tagLst xmlns:p="http://schemas.openxmlformats.org/presentationml/2006/main">
  <p:tag name="AS_UNIQUEID" val="8565"/>
</p:tagLst>
</file>

<file path=ppt/tags/tag561.xml><?xml version="1.0" encoding="utf-8"?>
<p:tagLst xmlns:p="http://schemas.openxmlformats.org/presentationml/2006/main">
  <p:tag name="AS_UNIQUEID" val="2385"/>
  <p:tag name="KSO_WM_BEAUTIFY_FLAG" val=""/>
</p:tagLst>
</file>

<file path=ppt/tags/tag562.xml><?xml version="1.0" encoding="utf-8"?>
<p:tagLst xmlns:p="http://schemas.openxmlformats.org/presentationml/2006/main">
  <p:tag name="AS_UNIQUEID" val="2384"/>
  <p:tag name="KSO_WM_BEAUTIFY_FLAG" val=""/>
</p:tagLst>
</file>

<file path=ppt/tags/tag563.xml><?xml version="1.0" encoding="utf-8"?>
<p:tagLst xmlns:p="http://schemas.openxmlformats.org/presentationml/2006/main">
  <p:tag name="AS_UNIQUEID" val="6999"/>
</p:tagLst>
</file>

<file path=ppt/tags/tag564.xml><?xml version="1.0" encoding="utf-8"?>
<p:tagLst xmlns:p="http://schemas.openxmlformats.org/presentationml/2006/main">
  <p:tag name="AS_UNIQUEID" val="7000"/>
  <p:tag name="KSO_WM_BEAUTIFY_FLAG" val=""/>
</p:tagLst>
</file>

<file path=ppt/tags/tag565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66.xml><?xml version="1.0" encoding="utf-8"?>
<p:tagLst xmlns:p="http://schemas.openxmlformats.org/presentationml/2006/main">
  <p:tag name="AS_UNIQUEID" val="3972"/>
  <p:tag name="KSO_WM_BEAUTIFY_FLAG" val=""/>
</p:tagLst>
</file>

<file path=ppt/tags/tag567.xml><?xml version="1.0" encoding="utf-8"?>
<p:tagLst xmlns:p="http://schemas.openxmlformats.org/presentationml/2006/main">
  <p:tag name="AS_UNIQUEID" val="3974"/>
  <p:tag name="KSO_WM_BEAUTIFY_FLAG" val=""/>
</p:tagLst>
</file>

<file path=ppt/tags/tag568.xml><?xml version="1.0" encoding="utf-8"?>
<p:tagLst xmlns:p="http://schemas.openxmlformats.org/presentationml/2006/main">
  <p:tag name="AS_UNIQUEID" val="8566"/>
</p:tagLst>
</file>

<file path=ppt/tags/tag569.xml><?xml version="1.0" encoding="utf-8"?>
<p:tagLst xmlns:p="http://schemas.openxmlformats.org/presentationml/2006/main">
  <p:tag name="AS_UNIQUEID" val="8567"/>
</p:tagLst>
</file>

<file path=ppt/tags/tag570.xml><?xml version="1.0" encoding="utf-8"?>
<p:tagLst xmlns:p="http://schemas.openxmlformats.org/presentationml/2006/main">
  <p:tag name="AS_UNIQUEID" val="8568"/>
</p:tagLst>
</file>

<file path=ppt/tags/tag571.xml><?xml version="1.0" encoding="utf-8"?>
<p:tagLst xmlns:p="http://schemas.openxmlformats.org/presentationml/2006/main">
  <p:tag name="AS_UNIQUEID" val="8569"/>
</p:tagLst>
</file>

<file path=ppt/tags/tag572.xml><?xml version="1.0" encoding="utf-8"?>
<p:tagLst xmlns:p="http://schemas.openxmlformats.org/presentationml/2006/main">
  <p:tag name="AS_UNIQUEID" val="8570"/>
</p:tagLst>
</file>

<file path=ppt/tags/tag573.xml><?xml version="1.0" encoding="utf-8"?>
<p:tagLst xmlns:p="http://schemas.openxmlformats.org/presentationml/2006/main">
  <p:tag name="AS_UNIQUEID" val="2385"/>
  <p:tag name="KSO_WM_BEAUTIFY_FLAG" val=""/>
</p:tagLst>
</file>

<file path=ppt/tags/tag574.xml><?xml version="1.0" encoding="utf-8"?>
<p:tagLst xmlns:p="http://schemas.openxmlformats.org/presentationml/2006/main">
  <p:tag name="AS_UNIQUEID" val="2384"/>
  <p:tag name="KSO_WM_BEAUTIFY_FLAG" val=""/>
</p:tagLst>
</file>

<file path=ppt/tags/tag575.xml><?xml version="1.0" encoding="utf-8"?>
<p:tagLst xmlns:p="http://schemas.openxmlformats.org/presentationml/2006/main">
  <p:tag name="AS_UNIQUEID" val="6999"/>
</p:tagLst>
</file>

<file path=ppt/tags/tag576.xml><?xml version="1.0" encoding="utf-8"?>
<p:tagLst xmlns:p="http://schemas.openxmlformats.org/presentationml/2006/main">
  <p:tag name="AS_UNIQUEID" val="7000"/>
  <p:tag name="KSO_WM_BEAUTIFY_FLAG" val=""/>
</p:tagLst>
</file>

<file path=ppt/tags/tag577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78.xml><?xml version="1.0" encoding="utf-8"?>
<p:tagLst xmlns:p="http://schemas.openxmlformats.org/presentationml/2006/main">
  <p:tag name="AS_UNIQUEID" val="4050"/>
  <p:tag name="KSO_WM_BEAUTIFY_FLAG" val=""/>
</p:tagLst>
</file>

<file path=ppt/tags/tag579.xml><?xml version="1.0" encoding="utf-8"?>
<p:tagLst xmlns:p="http://schemas.openxmlformats.org/presentationml/2006/main">
  <p:tag name="AS_UNIQUEID" val="4052"/>
  <p:tag name="KSO_WM_BEAUTIFY_FLAG" val=""/>
  <p:tag name="KSO_WM_UNIT_TABLE_BEAUTIFY" val="smartTable{d0638085-833c-4274-8dbc-11c16330bb3c}"/>
</p:tagLst>
</file>

<file path=ppt/tags/tag580.xml><?xml version="1.0" encoding="utf-8"?>
<p:tagLst xmlns:p="http://schemas.openxmlformats.org/presentationml/2006/main">
  <p:tag name="AS_UNIQUEID" val="4051"/>
  <p:tag name="KSO_WM_BEAUTIFY_FLAG" val=""/>
</p:tagLst>
</file>

<file path=ppt/tags/tag581.xml><?xml version="1.0" encoding="utf-8"?>
<p:tagLst xmlns:p="http://schemas.openxmlformats.org/presentationml/2006/main">
  <p:tag name="AS_UNIQUEID" val="8571"/>
</p:tagLst>
</file>

<file path=ppt/tags/tag582.xml><?xml version="1.0" encoding="utf-8"?>
<p:tagLst xmlns:p="http://schemas.openxmlformats.org/presentationml/2006/main">
  <p:tag name="AS_UNIQUEID" val="2385"/>
  <p:tag name="KSO_WM_BEAUTIFY_FLAG" val=""/>
</p:tagLst>
</file>

<file path=ppt/tags/tag583.xml><?xml version="1.0" encoding="utf-8"?>
<p:tagLst xmlns:p="http://schemas.openxmlformats.org/presentationml/2006/main">
  <p:tag name="AS_UNIQUEID" val="2384"/>
  <p:tag name="KSO_WM_BEAUTIFY_FLAG" val=""/>
</p:tagLst>
</file>

<file path=ppt/tags/tag584.xml><?xml version="1.0" encoding="utf-8"?>
<p:tagLst xmlns:p="http://schemas.openxmlformats.org/presentationml/2006/main">
  <p:tag name="AS_UNIQUEID" val="6999"/>
</p:tagLst>
</file>

<file path=ppt/tags/tag585.xml><?xml version="1.0" encoding="utf-8"?>
<p:tagLst xmlns:p="http://schemas.openxmlformats.org/presentationml/2006/main">
  <p:tag name="AS_UNIQUEID" val="7000"/>
  <p:tag name="KSO_WM_BEAUTIFY_FLAG" val=""/>
</p:tagLst>
</file>

<file path=ppt/tags/tag586.xml><?xml version="1.0" encoding="utf-8"?>
<p:tagLst xmlns:p="http://schemas.openxmlformats.org/presentationml/2006/main">
  <p:tag name="AS_UNIQUEID" val="700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587.xml><?xml version="1.0" encoding="utf-8"?>
<p:tagLst xmlns:p="http://schemas.openxmlformats.org/presentationml/2006/main">
  <p:tag name="AS_UNIQUEID" val="879"/>
  <p:tag name="KSO_WM_BEAUTIFY_FLAG" val=""/>
</p:tagLst>
</file>

<file path=ppt/tags/tag588.xml><?xml version="1.0" encoding="utf-8"?>
<p:tagLst xmlns:p="http://schemas.openxmlformats.org/presentationml/2006/main">
  <p:tag name="AS_UNIQUEID" val="880"/>
  <p:tag name="KSO_WM_BEAUTIFY_FLAG" val=""/>
</p:tagLst>
</file>

<file path=ppt/tags/tag589.xml><?xml version="1.0" encoding="utf-8"?>
<p:tagLst xmlns:p="http://schemas.openxmlformats.org/presentationml/2006/main">
  <p:tag name="AS_UNIQUEID" val="881"/>
  <p:tag name="KSO_WM_BEAUTIFY_FLAG" val=""/>
</p:tagLst>
</file>

<file path=ppt/tags/tag590.xml><?xml version="1.0" encoding="utf-8"?>
<p:tagLst xmlns:p="http://schemas.openxmlformats.org/presentationml/2006/main">
  <p:tag name="AS_UNIQUEID" val="882"/>
  <p:tag name="KSO_WM_BEAUTIFY_FLAG" val=""/>
</p:tagLst>
</file>

<file path=ppt/tags/tag591.xml><?xml version="1.0" encoding="utf-8"?>
<p:tagLst xmlns:p="http://schemas.openxmlformats.org/presentationml/2006/main">
  <p:tag name="AS_UNIQUEID" val="883"/>
  <p:tag name="KSO_WM_BEAUTIFY_FLAG" val=""/>
</p:tagLst>
</file>

<file path=ppt/tags/tag592.xml><?xml version="1.0" encoding="utf-8"?>
<p:tagLst xmlns:p="http://schemas.openxmlformats.org/presentationml/2006/main">
  <p:tag name="AS_UNIQUEID" val="884"/>
  <p:tag name="KSO_WM_BEAUTIFY_FLAG" val=""/>
</p:tagLst>
</file>

<file path=ppt/tags/tag593.xml><?xml version="1.0" encoding="utf-8"?>
<p:tagLst xmlns:p="http://schemas.openxmlformats.org/presentationml/2006/main">
  <p:tag name="AS_UNIQUEID" val="8572"/>
</p:tagLst>
</file>

<file path=ppt/tags/tag594.xml><?xml version="1.0" encoding="utf-8"?>
<p:tagLst xmlns:p="http://schemas.openxmlformats.org/presentationml/2006/main">
  <p:tag name="AS_UNIQUEID" val="8573"/>
</p:tagLst>
</file>

<file path=ppt/tags/tag595.xml><?xml version="1.0" encoding="utf-8"?>
<p:tagLst xmlns:p="http://schemas.openxmlformats.org/presentationml/2006/main">
  <p:tag name="AS_UNIQUEID" val="708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  <p:tag name="KSO_WM_UNIT_PLACING_PICTURE_USER_VIEWPORT" val="{&quot;height&quot;:3750,&quot;width&quot;:5250}"/>
</p:tagLst>
</file>

<file path=ppt/tags/tag596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MWZiNGQ1OWZiYTBjZWUyYjYyNDJmYTRkNzlhNzU3NTIifQ=="/>
  <p:tag name="KSO_WPP_MARK_KEY" val="b41e63c3-dc62-4bce-8505-0b3652c1fca4"/>
</p:tagLst>
</file>

<file path=ppt/theme/theme1.xml><?xml version="1.0" encoding="utf-8"?>
<a:theme xmlns:r="http://schemas.openxmlformats.org/officeDocument/2006/relationships" xmlns:a="http://schemas.openxmlformats.org/drawingml/2006/main" name="A000120141119A01PPBG">
  <a:themeElements>
    <a:clrScheme name="自定义 172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C15011"/>
      </a:accent1>
      <a:accent2>
        <a:srgbClr val="92944E"/>
      </a:accent2>
      <a:accent3>
        <a:srgbClr val="CDAF31"/>
      </a:accent3>
      <a:accent4>
        <a:srgbClr val="618499"/>
      </a:accent4>
      <a:accent5>
        <a:srgbClr val="047BCC"/>
      </a:accent5>
      <a:accent6>
        <a:srgbClr val="7EC234"/>
      </a:accent6>
      <a:hlink>
        <a:srgbClr val="800000"/>
      </a:hlink>
      <a:folHlink>
        <a:srgbClr val="D3A219"/>
      </a:folHlink>
    </a:clrScheme>
    <a:fontScheme name="微软雅黑">
      <a:majorFont>
        <a:latin typeface="Arial"/>
        <a:ea typeface="微软雅黑"/>
        <a:cs typeface="Arial"/>
      </a:majorFont>
      <a:minorFont>
        <a:latin typeface="Arial"/>
        <a:ea typeface="幼圆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Arial"/>
      </a:majorFont>
      <a:minorFont>
        <a:latin typeface="Times New Roman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6F0F0"/>
        </a:solidFill>
        <a:ln>
          <a:noFill/>
        </a:ln>
      </a:spPr>
      <a:bodyPr>
        <a:spAutoFit/>
      </a:bodyPr>
      <a:lstStyle>
        <a:defPPr indent="622300" algn="just" hangingPunct="0">
          <a:lnSpc>
            <a:spcPct val="140000"/>
          </a:lnSpc>
          <a:spcBef>
            <a:spcPct val="20000"/>
          </a:spcBef>
          <a:buClr>
            <a:schemeClr val="accent1"/>
          </a:buClr>
          <a:defRPr b="1" dirty="0" smtClean="0">
            <a:solidFill>
              <a:srgbClr val="003366"/>
            </a:solidFill>
            <a:ea typeface="黑体" panose="02010609060101010101" pitchFamily="2" charset="-122"/>
            <a:cs typeface="Times New Roman" panose="02020603050405020304" pitchFamily="18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2800" b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resentationFormat>On-screen Show (16:9)</PresentationFormat>
  <Paragraphs>288</Paragraphs>
  <Slides>30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47">
      <vt:lpstr>Arial</vt:lpstr>
      <vt:lpstr>微软雅黑</vt:lpstr>
      <vt:lpstr>幼圆</vt:lpstr>
      <vt:lpstr>Wingdings</vt:lpstr>
      <vt:lpstr>Calibri</vt:lpstr>
      <vt:lpstr>思源黑体 CN Medium</vt:lpstr>
      <vt:lpstr>Times New Roman</vt:lpstr>
      <vt:lpstr>华文中宋</vt:lpstr>
      <vt:lpstr>宋体</vt:lpstr>
      <vt:lpstr>黑体</vt:lpstr>
      <vt:lpstr>Calibri Light</vt:lpstr>
      <vt:lpstr>汉仪旗黑-85S</vt:lpstr>
      <vt:lpstr>楷体</vt:lpstr>
      <vt:lpstr>ADLaM Display</vt:lpstr>
      <vt:lpstr>Gill Sans</vt:lpstr>
      <vt:lpstr>EU-HX</vt:lpstr>
      <vt:lpstr>A000120141119A01PPBG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2025-08-01T16:47:10.217</cp:lastPrinted>
  <dcterms:created xsi:type="dcterms:W3CDTF">2025-08-01T16:47:10Z</dcterms:created>
  <dcterms:modified xsi:type="dcterms:W3CDTF">2025-08-01T08:47:10Z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